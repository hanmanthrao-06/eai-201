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8" r:id="rId4"/>
  </p:sldMasterIdLst>
  <p:notesMasterIdLst>
    <p:notesMasterId r:id="rId10"/>
  </p:notesMasterIdLst>
  <p:sldIdLst>
    <p:sldId id="256" r:id="rId5"/>
    <p:sldId id="258" r:id="rId6"/>
    <p:sldId id="263" r:id="rId7"/>
    <p:sldId id="257" r:id="rId8"/>
    <p:sldId id="259"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4C97DBA-8A06-4C1F-9232-FAD0AE0F095C}" v="55" dt="2025-09-22T18:32:45.78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920" autoAdjust="0"/>
    <p:restoredTop sz="94676" autoAdjust="0"/>
  </p:normalViewPr>
  <p:slideViewPr>
    <p:cSldViewPr snapToGrid="0" showGuides="1">
      <p:cViewPr varScale="1">
        <p:scale>
          <a:sx n="109" d="100"/>
          <a:sy n="109" d="100"/>
        </p:scale>
        <p:origin x="906" y="11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FE16418-8FB6-4C09-9739-2C5F67EF1EA9}" type="datetimeFigureOut">
              <a:rPr lang="en-US" smtClean="0"/>
              <a:t>9/23/2025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706B2F-5920-495C-BB2E-251C69CFB1F8}" type="slidenum">
              <a:rPr lang="en-US" smtClean="0"/>
              <a:t>‹#›</a:t>
            </a:fld>
            <a:endParaRPr lang="en-US"/>
          </a:p>
        </p:txBody>
      </p:sp>
    </p:spTree>
    <p:extLst>
      <p:ext uri="{BB962C8B-B14F-4D97-AF65-F5344CB8AC3E}">
        <p14:creationId xmlns:p14="http://schemas.microsoft.com/office/powerpoint/2010/main" val="40582274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C706B2F-5920-495C-BB2E-251C69CFB1F8}" type="slidenum">
              <a:rPr lang="en-US" smtClean="0"/>
              <a:t>1</a:t>
            </a:fld>
            <a:endParaRPr lang="en-US"/>
          </a:p>
        </p:txBody>
      </p:sp>
    </p:spTree>
    <p:extLst>
      <p:ext uri="{BB962C8B-B14F-4D97-AF65-F5344CB8AC3E}">
        <p14:creationId xmlns:p14="http://schemas.microsoft.com/office/powerpoint/2010/main" val="61003625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20DA5-458C-CCB1-5C9C-3C7CBD54B7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C7A86E-B342-3B90-920D-0A32E751757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97F90-A3CF-FD14-B947-BA39B1E429D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73EB34C-D9E8-592B-9E54-84FF79FF6DE0}"/>
              </a:ext>
            </a:extLst>
          </p:cNvPr>
          <p:cNvSpPr>
            <a:spLocks noGrp="1"/>
          </p:cNvSpPr>
          <p:nvPr>
            <p:ph type="sldNum" sz="quarter" idx="5"/>
          </p:nvPr>
        </p:nvSpPr>
        <p:spPr/>
        <p:txBody>
          <a:bodyPr/>
          <a:lstStyle/>
          <a:p>
            <a:fld id="{1C706B2F-5920-495C-BB2E-251C69CFB1F8}" type="slidenum">
              <a:rPr lang="en-US" smtClean="0"/>
              <a:t>2</a:t>
            </a:fld>
            <a:endParaRPr lang="en-US"/>
          </a:p>
        </p:txBody>
      </p:sp>
    </p:spTree>
    <p:extLst>
      <p:ext uri="{BB962C8B-B14F-4D97-AF65-F5344CB8AC3E}">
        <p14:creationId xmlns:p14="http://schemas.microsoft.com/office/powerpoint/2010/main" val="322219655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21C493-4EBC-86BF-E7BA-0A297477BBE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F83B41-2159-482A-C788-85C6D476D8A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1681CEB-DBF6-CE4C-F4C1-867B23780D5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97501AE-C9F8-1001-8CE9-21978142027C}"/>
              </a:ext>
            </a:extLst>
          </p:cNvPr>
          <p:cNvSpPr>
            <a:spLocks noGrp="1"/>
          </p:cNvSpPr>
          <p:nvPr>
            <p:ph type="sldNum" sz="quarter" idx="5"/>
          </p:nvPr>
        </p:nvSpPr>
        <p:spPr/>
        <p:txBody>
          <a:bodyPr/>
          <a:lstStyle/>
          <a:p>
            <a:fld id="{1C706B2F-5920-495C-BB2E-251C69CFB1F8}" type="slidenum">
              <a:rPr lang="en-US" smtClean="0"/>
              <a:t>3</a:t>
            </a:fld>
            <a:endParaRPr lang="en-US"/>
          </a:p>
        </p:txBody>
      </p:sp>
    </p:spTree>
    <p:extLst>
      <p:ext uri="{BB962C8B-B14F-4D97-AF65-F5344CB8AC3E}">
        <p14:creationId xmlns:p14="http://schemas.microsoft.com/office/powerpoint/2010/main" val="10301305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5FFC2-891F-210A-991E-5BC5025992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DE2526-920D-D8B2-75E0-FDA297A2BC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4887AAC-2310-9191-5ABE-CE5EC18B16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402EA12-1EC3-825E-5F92-2288CBEEF537}"/>
              </a:ext>
            </a:extLst>
          </p:cNvPr>
          <p:cNvSpPr>
            <a:spLocks noGrp="1"/>
          </p:cNvSpPr>
          <p:nvPr>
            <p:ph type="sldNum" sz="quarter" idx="5"/>
          </p:nvPr>
        </p:nvSpPr>
        <p:spPr/>
        <p:txBody>
          <a:bodyPr/>
          <a:lstStyle/>
          <a:p>
            <a:fld id="{1C706B2F-5920-495C-BB2E-251C69CFB1F8}" type="slidenum">
              <a:rPr lang="en-US" smtClean="0"/>
              <a:t>4</a:t>
            </a:fld>
            <a:endParaRPr lang="en-US"/>
          </a:p>
        </p:txBody>
      </p:sp>
    </p:spTree>
    <p:extLst>
      <p:ext uri="{BB962C8B-B14F-4D97-AF65-F5344CB8AC3E}">
        <p14:creationId xmlns:p14="http://schemas.microsoft.com/office/powerpoint/2010/main" val="1527483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81456-6032-B7A9-163D-84AB7575E17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412BD5-B780-4FA3-C9C2-2C99D38E99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AC7F46-DC36-E745-DD8A-3481CDF4EE2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B8F80E1-A6D1-F2BB-7F5B-CC83BE6EA89D}"/>
              </a:ext>
            </a:extLst>
          </p:cNvPr>
          <p:cNvSpPr>
            <a:spLocks noGrp="1"/>
          </p:cNvSpPr>
          <p:nvPr>
            <p:ph type="sldNum" sz="quarter" idx="5"/>
          </p:nvPr>
        </p:nvSpPr>
        <p:spPr/>
        <p:txBody>
          <a:bodyPr/>
          <a:lstStyle/>
          <a:p>
            <a:fld id="{1C706B2F-5920-495C-BB2E-251C69CFB1F8}" type="slidenum">
              <a:rPr lang="en-US" smtClean="0"/>
              <a:t>5</a:t>
            </a:fld>
            <a:endParaRPr lang="en-US"/>
          </a:p>
        </p:txBody>
      </p:sp>
    </p:spTree>
    <p:extLst>
      <p:ext uri="{BB962C8B-B14F-4D97-AF65-F5344CB8AC3E}">
        <p14:creationId xmlns:p14="http://schemas.microsoft.com/office/powerpoint/2010/main" val="229190943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1"/>
      </p:bgRef>
    </p:bg>
    <p:spTree>
      <p:nvGrpSpPr>
        <p:cNvPr id="1" name=""/>
        <p:cNvGrpSpPr/>
        <p:nvPr/>
      </p:nvGrpSpPr>
      <p:grpSpPr>
        <a:xfrm>
          <a:off x="0" y="0"/>
          <a:ext cx="0" cy="0"/>
          <a:chOff x="0" y="0"/>
          <a:chExt cx="0" cy="0"/>
        </a:xfrm>
      </p:grpSpPr>
      <p:sp>
        <p:nvSpPr>
          <p:cNvPr id="10" name="Freeform 6" title="Page Number Shape">
            <a:extLst>
              <a:ext uri="{FF2B5EF4-FFF2-40B4-BE49-F238E27FC236}">
                <a16:creationId xmlns:a16="http://schemas.microsoft.com/office/drawing/2014/main" id="{DD4C4B28-6B4B-4445-8535-F516D74E4AA9}"/>
              </a:ext>
            </a:extLst>
          </p:cNvPr>
          <p:cNvSpPr/>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cxnSp>
        <p:nvCxnSpPr>
          <p:cNvPr id="12" name="Straight Connector 11" title="Verticle Rule Line">
            <a:extLst>
              <a:ext uri="{FF2B5EF4-FFF2-40B4-BE49-F238E27FC236}">
                <a16:creationId xmlns:a16="http://schemas.microsoft.com/office/drawing/2014/main" id="{0CB1C732-7193-4253-8746-850D090A6B4E}"/>
              </a:ext>
            </a:extLst>
          </p:cNvPr>
          <p:cNvCxnSpPr>
            <a:cxnSpLocks/>
          </p:cNvCxnSpPr>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03AA199-952B-427F-A5BE-B97D25FD0733}"/>
              </a:ext>
            </a:extLst>
          </p:cNvPr>
          <p:cNvSpPr>
            <a:spLocks noGrp="1"/>
          </p:cNvSpPr>
          <p:nvPr>
            <p:ph type="ctrTitle"/>
          </p:nvPr>
        </p:nvSpPr>
        <p:spPr>
          <a:xfrm>
            <a:off x="1078992" y="1143000"/>
            <a:ext cx="6720840" cy="3730752"/>
          </a:xfrm>
        </p:spPr>
        <p:txBody>
          <a:bodyPr anchor="t">
            <a:normAutofit/>
          </a:bodyPr>
          <a:lstStyle>
            <a:lvl1pPr algn="l">
              <a:defRPr sz="72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A1AA393-A876-475F-A05B-1CCAB6C1F089}"/>
              </a:ext>
            </a:extLst>
          </p:cNvPr>
          <p:cNvSpPr>
            <a:spLocks noGrp="1"/>
          </p:cNvSpPr>
          <p:nvPr>
            <p:ph type="subTitle" idx="1"/>
          </p:nvPr>
        </p:nvSpPr>
        <p:spPr>
          <a:xfrm>
            <a:off x="1078992" y="5010912"/>
            <a:ext cx="6720840" cy="704088"/>
          </a:xfrm>
        </p:spPr>
        <p:txBody>
          <a:bodyPr>
            <a:normAutofit/>
          </a:bodyPr>
          <a:lstStyle>
            <a:lvl1pPr marL="0" indent="0" algn="l">
              <a:lnSpc>
                <a:spcPct val="100000"/>
              </a:lnSpc>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B3395621-D631-4F31-AEEF-C8574E507372}"/>
              </a:ext>
            </a:extLst>
          </p:cNvPr>
          <p:cNvSpPr>
            <a:spLocks noGrp="1"/>
          </p:cNvSpPr>
          <p:nvPr>
            <p:ph type="dt" sz="half" idx="10"/>
          </p:nvPr>
        </p:nvSpPr>
        <p:spPr>
          <a:xfrm>
            <a:off x="8286356" y="6007608"/>
            <a:ext cx="3143643" cy="365125"/>
          </a:xfrm>
        </p:spPr>
        <p:txBody>
          <a:bodyPr/>
          <a:lstStyle/>
          <a:p>
            <a:fld id="{53BEF823-48A5-43FC-BE03-E79964288B41}" type="datetimeFigureOut">
              <a:rPr lang="en-US" smtClean="0"/>
              <a:t>9/23/2025</a:t>
            </a:fld>
            <a:endParaRPr lang="en-US" dirty="0"/>
          </a:p>
        </p:txBody>
      </p:sp>
      <p:sp>
        <p:nvSpPr>
          <p:cNvPr id="5" name="Footer Placeholder 4">
            <a:extLst>
              <a:ext uri="{FF2B5EF4-FFF2-40B4-BE49-F238E27FC236}">
                <a16:creationId xmlns:a16="http://schemas.microsoft.com/office/drawing/2014/main" id="{305EE125-77AD-4E23-AFB7-C5CFDEACACF1}"/>
              </a:ext>
            </a:extLst>
          </p:cNvPr>
          <p:cNvSpPr>
            <a:spLocks noGrp="1"/>
          </p:cNvSpPr>
          <p:nvPr>
            <p:ph type="ftr" sz="quarter" idx="11"/>
          </p:nvPr>
        </p:nvSpPr>
        <p:spPr>
          <a:xfrm>
            <a:off x="1078991" y="6007608"/>
            <a:ext cx="6720837" cy="365125"/>
          </a:xfrm>
        </p:spPr>
        <p:txBody>
          <a:bodyPr/>
          <a:lstStyle/>
          <a:p>
            <a:endParaRPr lang="en-US" dirty="0"/>
          </a:p>
        </p:txBody>
      </p:sp>
      <p:sp>
        <p:nvSpPr>
          <p:cNvPr id="6" name="Slide Number Placeholder 5">
            <a:extLst>
              <a:ext uri="{FF2B5EF4-FFF2-40B4-BE49-F238E27FC236}">
                <a16:creationId xmlns:a16="http://schemas.microsoft.com/office/drawing/2014/main" id="{DC569682-B530-4F52-87B9-39464A0930B3}"/>
              </a:ext>
            </a:extLst>
          </p:cNvPr>
          <p:cNvSpPr>
            <a:spLocks noGrp="1"/>
          </p:cNvSpPr>
          <p:nvPr>
            <p:ph type="sldNum" sz="quarter" idx="12"/>
          </p:nvPr>
        </p:nvSpPr>
        <p:spPr/>
        <p:txBody>
          <a:bodyPr/>
          <a:lstStyle>
            <a:lvl1pPr algn="ctr">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505268480"/>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51BD-5252-4168-A69E-C6864AE297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9748EEE-19C9-493B-836D-73B9E4A0BE1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A6BFE-11ED-4FB4-9F65-508B5B0F0DD3}"/>
              </a:ext>
            </a:extLst>
          </p:cNvPr>
          <p:cNvSpPr>
            <a:spLocks noGrp="1"/>
          </p:cNvSpPr>
          <p:nvPr>
            <p:ph type="dt" sz="half" idx="10"/>
          </p:nvPr>
        </p:nvSpPr>
        <p:spPr/>
        <p:txBody>
          <a:bodyPr/>
          <a:lstStyle/>
          <a:p>
            <a:pPr algn="r"/>
            <a:fld id="{53BEF823-48A5-43FC-BE03-E79964288B41}" type="datetimeFigureOut">
              <a:rPr lang="en-US" smtClean="0"/>
              <a:pPr algn="r"/>
              <a:t>9/23/2025</a:t>
            </a:fld>
            <a:endParaRPr lang="en-US" dirty="0"/>
          </a:p>
        </p:txBody>
      </p:sp>
      <p:sp>
        <p:nvSpPr>
          <p:cNvPr id="8" name="Footer Placeholder 7">
            <a:extLst>
              <a:ext uri="{FF2B5EF4-FFF2-40B4-BE49-F238E27FC236}">
                <a16:creationId xmlns:a16="http://schemas.microsoft.com/office/drawing/2014/main" id="{F90F536E-BEFF-4E0D-B4EC-39DE28C67CC3}"/>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36EE02AF-6FE1-4972-BD48-A82499AD67F6}"/>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305918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452EE-D9FC-4E51-9BFF-141F9192339F}"/>
              </a:ext>
            </a:extLst>
          </p:cNvPr>
          <p:cNvSpPr>
            <a:spLocks noGrp="1"/>
          </p:cNvSpPr>
          <p:nvPr>
            <p:ph type="title"/>
          </p:nvPr>
        </p:nvSpPr>
        <p:spPr>
          <a:xfrm>
            <a:off x="763051" y="2414016"/>
            <a:ext cx="10666949" cy="3099816"/>
          </a:xfrm>
        </p:spPr>
        <p:txBody>
          <a:bodyPr anchor="t"/>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1E086C4-4949-4E7A-A182-6709496A1C38}"/>
              </a:ext>
            </a:extLst>
          </p:cNvPr>
          <p:cNvSpPr>
            <a:spLocks noGrp="1"/>
          </p:cNvSpPr>
          <p:nvPr>
            <p:ph type="body" idx="1"/>
          </p:nvPr>
        </p:nvSpPr>
        <p:spPr>
          <a:xfrm>
            <a:off x="758952" y="1389888"/>
            <a:ext cx="10671048" cy="822960"/>
          </a:xfrm>
        </p:spPr>
        <p:txBody>
          <a:bodyPr anchor="ctr">
            <a:normAutofit/>
          </a:bodyPr>
          <a:lstStyle>
            <a:lvl1pPr marL="0" indent="0">
              <a:buNone/>
              <a:defRPr sz="2000" i="1">
                <a:solidFill>
                  <a:schemeClr val="tx1">
                    <a:lumMod val="85000"/>
                    <a:lumOff val="1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3D12BC88-6A2B-4851-9568-23A4B74D9F98}"/>
              </a:ext>
            </a:extLst>
          </p:cNvPr>
          <p:cNvSpPr>
            <a:spLocks noGrp="1"/>
          </p:cNvSpPr>
          <p:nvPr>
            <p:ph type="dt" sz="half" idx="10"/>
          </p:nvPr>
        </p:nvSpPr>
        <p:spPr/>
        <p:txBody>
          <a:bodyPr/>
          <a:lstStyle/>
          <a:p>
            <a:pPr algn="r"/>
            <a:fld id="{53BEF823-48A5-43FC-BE03-E79964288B41}" type="datetimeFigureOut">
              <a:rPr lang="en-US" smtClean="0"/>
              <a:pPr algn="r"/>
              <a:t>9/23/2025</a:t>
            </a:fld>
            <a:endParaRPr lang="en-US" dirty="0"/>
          </a:p>
        </p:txBody>
      </p:sp>
      <p:sp>
        <p:nvSpPr>
          <p:cNvPr id="8" name="Footer Placeholder 7">
            <a:extLst>
              <a:ext uri="{FF2B5EF4-FFF2-40B4-BE49-F238E27FC236}">
                <a16:creationId xmlns:a16="http://schemas.microsoft.com/office/drawing/2014/main" id="{D882CFE5-65C3-4F46-9141-4645455947D2}"/>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5321B390-4E13-4481-AC02-FF126656C4C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0909092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0E02F8-47BB-4D30-8EFE-69C9222D9EC4}"/>
              </a:ext>
            </a:extLst>
          </p:cNvPr>
          <p:cNvSpPr>
            <a:spLocks noGrp="1"/>
          </p:cNvSpPr>
          <p:nvPr>
            <p:ph sz="half" idx="1"/>
          </p:nvPr>
        </p:nvSpPr>
        <p:spPr>
          <a:xfrm>
            <a:off x="5184648" y="758952"/>
            <a:ext cx="6245352" cy="2240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A844D33-6BF0-4205-A542-8537E3515938}"/>
              </a:ext>
            </a:extLst>
          </p:cNvPr>
          <p:cNvSpPr>
            <a:spLocks noGrp="1"/>
          </p:cNvSpPr>
          <p:nvPr>
            <p:ph sz="half" idx="2"/>
          </p:nvPr>
        </p:nvSpPr>
        <p:spPr>
          <a:xfrm>
            <a:off x="5184647" y="3273551"/>
            <a:ext cx="6245351" cy="22402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D6953A83-D2BE-4015-8D64-BE93DDFE5D21}"/>
              </a:ext>
            </a:extLst>
          </p:cNvPr>
          <p:cNvSpPr>
            <a:spLocks noGrp="1"/>
          </p:cNvSpPr>
          <p:nvPr>
            <p:ph type="dt" sz="half" idx="10"/>
          </p:nvPr>
        </p:nvSpPr>
        <p:spPr/>
        <p:txBody>
          <a:bodyPr/>
          <a:lstStyle/>
          <a:p>
            <a:pPr algn="r"/>
            <a:fld id="{53BEF823-48A5-43FC-BE03-E79964288B41}" type="datetimeFigureOut">
              <a:rPr lang="en-US" smtClean="0"/>
              <a:pPr algn="r"/>
              <a:t>9/23/2025</a:t>
            </a:fld>
            <a:endParaRPr lang="en-US" dirty="0"/>
          </a:p>
        </p:txBody>
      </p:sp>
      <p:sp>
        <p:nvSpPr>
          <p:cNvPr id="10" name="Footer Placeholder 9">
            <a:extLst>
              <a:ext uri="{FF2B5EF4-FFF2-40B4-BE49-F238E27FC236}">
                <a16:creationId xmlns:a16="http://schemas.microsoft.com/office/drawing/2014/main" id="{BA849E67-05F9-4033-B033-74D6B8C8E77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DFAAC6AA-CFFB-438F-9327-DDB023E2E14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5" name="Title 4">
            <a:extLst>
              <a:ext uri="{FF2B5EF4-FFF2-40B4-BE49-F238E27FC236}">
                <a16:creationId xmlns:a16="http://schemas.microsoft.com/office/drawing/2014/main" id="{BA4960CB-ABA7-4442-AB15-FE444F23C6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40934557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348291-9C7D-407E-8D07-FA3A323EA973}"/>
              </a:ext>
            </a:extLst>
          </p:cNvPr>
          <p:cNvSpPr>
            <a:spLocks noGrp="1"/>
          </p:cNvSpPr>
          <p:nvPr>
            <p:ph type="body" idx="1"/>
          </p:nvPr>
        </p:nvSpPr>
        <p:spPr>
          <a:xfrm>
            <a:off x="5184648" y="758952"/>
            <a:ext cx="6245352"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A192D2-8BA6-4A4D-814D-AD37A2A10AC8}"/>
              </a:ext>
            </a:extLst>
          </p:cNvPr>
          <p:cNvSpPr>
            <a:spLocks noGrp="1"/>
          </p:cNvSpPr>
          <p:nvPr>
            <p:ph sz="half" idx="2"/>
          </p:nvPr>
        </p:nvSpPr>
        <p:spPr>
          <a:xfrm>
            <a:off x="5190323" y="1377198"/>
            <a:ext cx="6239675"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86FD4BC-C948-41C4-BA24-5D26147E1C97}"/>
              </a:ext>
            </a:extLst>
          </p:cNvPr>
          <p:cNvSpPr>
            <a:spLocks noGrp="1"/>
          </p:cNvSpPr>
          <p:nvPr>
            <p:ph type="body" sz="quarter" idx="3"/>
          </p:nvPr>
        </p:nvSpPr>
        <p:spPr>
          <a:xfrm>
            <a:off x="5184647" y="3319548"/>
            <a:ext cx="6245351"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12E359C-F73D-4F1B-9F9A-6D628567105D}"/>
              </a:ext>
            </a:extLst>
          </p:cNvPr>
          <p:cNvSpPr>
            <a:spLocks noGrp="1"/>
          </p:cNvSpPr>
          <p:nvPr>
            <p:ph sz="quarter" idx="4"/>
          </p:nvPr>
        </p:nvSpPr>
        <p:spPr>
          <a:xfrm>
            <a:off x="5184646" y="3932372"/>
            <a:ext cx="6245352"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9">
            <a:extLst>
              <a:ext uri="{FF2B5EF4-FFF2-40B4-BE49-F238E27FC236}">
                <a16:creationId xmlns:a16="http://schemas.microsoft.com/office/drawing/2014/main" id="{D76B63AE-38FF-40DD-A543-32DD98E6BDB2}"/>
              </a:ext>
            </a:extLst>
          </p:cNvPr>
          <p:cNvSpPr>
            <a:spLocks noGrp="1"/>
          </p:cNvSpPr>
          <p:nvPr>
            <p:ph type="title"/>
          </p:nvPr>
        </p:nvSpPr>
        <p:spPr/>
        <p:txBody>
          <a:bodyPr/>
          <a:lstStyle/>
          <a:p>
            <a:r>
              <a:rPr lang="en-US"/>
              <a:t>Click to edit Master title style</a:t>
            </a:r>
            <a:endParaRPr lang="en-US" dirty="0"/>
          </a:p>
        </p:txBody>
      </p:sp>
      <p:sp>
        <p:nvSpPr>
          <p:cNvPr id="12" name="Date Placeholder 11">
            <a:extLst>
              <a:ext uri="{FF2B5EF4-FFF2-40B4-BE49-F238E27FC236}">
                <a16:creationId xmlns:a16="http://schemas.microsoft.com/office/drawing/2014/main" id="{C686C0EB-E082-4BAB-99E8-B42F3C28B20F}"/>
              </a:ext>
            </a:extLst>
          </p:cNvPr>
          <p:cNvSpPr>
            <a:spLocks noGrp="1"/>
          </p:cNvSpPr>
          <p:nvPr>
            <p:ph type="dt" sz="half" idx="10"/>
          </p:nvPr>
        </p:nvSpPr>
        <p:spPr/>
        <p:txBody>
          <a:bodyPr/>
          <a:lstStyle/>
          <a:p>
            <a:pPr algn="r"/>
            <a:fld id="{53BEF823-48A5-43FC-BE03-E79964288B41}" type="datetimeFigureOut">
              <a:rPr lang="en-US" smtClean="0"/>
              <a:pPr algn="r"/>
              <a:t>9/23/2025</a:t>
            </a:fld>
            <a:endParaRPr lang="en-US" dirty="0"/>
          </a:p>
        </p:txBody>
      </p:sp>
      <p:sp>
        <p:nvSpPr>
          <p:cNvPr id="13" name="Footer Placeholder 12">
            <a:extLst>
              <a:ext uri="{FF2B5EF4-FFF2-40B4-BE49-F238E27FC236}">
                <a16:creationId xmlns:a16="http://schemas.microsoft.com/office/drawing/2014/main" id="{B3CB0152-BA1F-48C7-A66F-3ADB51C94B97}"/>
              </a:ext>
            </a:extLst>
          </p:cNvPr>
          <p:cNvSpPr>
            <a:spLocks noGrp="1"/>
          </p:cNvSpPr>
          <p:nvPr>
            <p:ph type="ftr" sz="quarter" idx="11"/>
          </p:nvPr>
        </p:nvSpPr>
        <p:spPr/>
        <p:txBody>
          <a:bodyPr/>
          <a:lstStyle/>
          <a:p>
            <a:pPr algn="l"/>
            <a:endParaRPr lang="en-US" dirty="0"/>
          </a:p>
        </p:txBody>
      </p:sp>
      <p:sp>
        <p:nvSpPr>
          <p:cNvPr id="14" name="Slide Number Placeholder 13">
            <a:extLst>
              <a:ext uri="{FF2B5EF4-FFF2-40B4-BE49-F238E27FC236}">
                <a16:creationId xmlns:a16="http://schemas.microsoft.com/office/drawing/2014/main" id="{BD1C21B3-5CF6-415F-8295-EED3DF5CB55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8108026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470D5-4EB9-4410-A8AE-6D85F19239FF}"/>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5887FB59-BA77-4864-B9E8-994851250CB4}"/>
              </a:ext>
            </a:extLst>
          </p:cNvPr>
          <p:cNvSpPr>
            <a:spLocks noGrp="1"/>
          </p:cNvSpPr>
          <p:nvPr>
            <p:ph type="dt" sz="half" idx="10"/>
          </p:nvPr>
        </p:nvSpPr>
        <p:spPr/>
        <p:txBody>
          <a:bodyPr/>
          <a:lstStyle/>
          <a:p>
            <a:pPr algn="r"/>
            <a:fld id="{53BEF823-48A5-43FC-BE03-E79964288B41}" type="datetimeFigureOut">
              <a:rPr lang="en-US" smtClean="0"/>
              <a:pPr algn="r"/>
              <a:t>9/23/2025</a:t>
            </a:fld>
            <a:endParaRPr lang="en-US" dirty="0"/>
          </a:p>
        </p:txBody>
      </p:sp>
      <p:sp>
        <p:nvSpPr>
          <p:cNvPr id="7" name="Footer Placeholder 6">
            <a:extLst>
              <a:ext uri="{FF2B5EF4-FFF2-40B4-BE49-F238E27FC236}">
                <a16:creationId xmlns:a16="http://schemas.microsoft.com/office/drawing/2014/main" id="{B6F0BC0B-BA67-455B-B567-1473DF0628BE}"/>
              </a:ext>
            </a:extLst>
          </p:cNvPr>
          <p:cNvSpPr>
            <a:spLocks noGrp="1"/>
          </p:cNvSpPr>
          <p:nvPr>
            <p:ph type="ftr" sz="quarter" idx="11"/>
          </p:nvPr>
        </p:nvSpPr>
        <p:spPr/>
        <p:txBody>
          <a:bodyPr/>
          <a:lstStyle/>
          <a:p>
            <a:pPr algn="l"/>
            <a:endParaRPr lang="en-US" dirty="0"/>
          </a:p>
        </p:txBody>
      </p:sp>
      <p:sp>
        <p:nvSpPr>
          <p:cNvPr id="8" name="Slide Number Placeholder 7">
            <a:extLst>
              <a:ext uri="{FF2B5EF4-FFF2-40B4-BE49-F238E27FC236}">
                <a16:creationId xmlns:a16="http://schemas.microsoft.com/office/drawing/2014/main" id="{2CF0BCF3-6FB5-4529-AA6A-A31467351EF5}"/>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3239144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4BF1315B-6865-4A5A-91C1-B75339038903}"/>
              </a:ext>
            </a:extLst>
          </p:cNvPr>
          <p:cNvSpPr>
            <a:spLocks noGrp="1"/>
          </p:cNvSpPr>
          <p:nvPr>
            <p:ph type="dt" sz="half" idx="10"/>
          </p:nvPr>
        </p:nvSpPr>
        <p:spPr/>
        <p:txBody>
          <a:bodyPr/>
          <a:lstStyle/>
          <a:p>
            <a:pPr algn="r"/>
            <a:fld id="{53BEF823-48A5-43FC-BE03-E79964288B41}" type="datetimeFigureOut">
              <a:rPr lang="en-US" smtClean="0"/>
              <a:pPr algn="r"/>
              <a:t>9/23/2025</a:t>
            </a:fld>
            <a:endParaRPr lang="en-US" dirty="0"/>
          </a:p>
        </p:txBody>
      </p:sp>
      <p:sp>
        <p:nvSpPr>
          <p:cNvPr id="6" name="Footer Placeholder 5">
            <a:extLst>
              <a:ext uri="{FF2B5EF4-FFF2-40B4-BE49-F238E27FC236}">
                <a16:creationId xmlns:a16="http://schemas.microsoft.com/office/drawing/2014/main" id="{DD536720-08C7-43DE-8EB5-CAB52D0E96B1}"/>
              </a:ext>
            </a:extLst>
          </p:cNvPr>
          <p:cNvSpPr>
            <a:spLocks noGrp="1"/>
          </p:cNvSpPr>
          <p:nvPr>
            <p:ph type="ftr" sz="quarter" idx="11"/>
          </p:nvPr>
        </p:nvSpPr>
        <p:spPr/>
        <p:txBody>
          <a:bodyPr/>
          <a:lstStyle/>
          <a:p>
            <a:pPr algn="l"/>
            <a:endParaRPr lang="en-US" dirty="0"/>
          </a:p>
        </p:txBody>
      </p:sp>
      <p:sp>
        <p:nvSpPr>
          <p:cNvPr id="7" name="Slide Number Placeholder 6">
            <a:extLst>
              <a:ext uri="{FF2B5EF4-FFF2-40B4-BE49-F238E27FC236}">
                <a16:creationId xmlns:a16="http://schemas.microsoft.com/office/drawing/2014/main" id="{6D2477AF-B012-491C-AE42-22DE1203BE8D}"/>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0119453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D183AC-72A9-43F5-A1B3-1D7A6A4C7EEB}"/>
              </a:ext>
            </a:extLst>
          </p:cNvPr>
          <p:cNvSpPr>
            <a:spLocks noGrp="1"/>
          </p:cNvSpPr>
          <p:nvPr>
            <p:ph idx="1"/>
          </p:nvPr>
        </p:nvSpPr>
        <p:spPr>
          <a:xfrm>
            <a:off x="5183188" y="758951"/>
            <a:ext cx="6245352" cy="4754881"/>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C4045592-52ED-4270-ACBB-BCC528DAC407}"/>
              </a:ext>
            </a:extLst>
          </p:cNvPr>
          <p:cNvSpPr>
            <a:spLocks noGrp="1"/>
          </p:cNvSpPr>
          <p:nvPr>
            <p:ph type="body" sz="half" idx="2"/>
          </p:nvPr>
        </p:nvSpPr>
        <p:spPr>
          <a:xfrm>
            <a:off x="758953" y="3815080"/>
            <a:ext cx="3831336" cy="169875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99A93518-F9B5-418F-9883-BEF8359B045A}"/>
              </a:ext>
            </a:extLst>
          </p:cNvPr>
          <p:cNvSpPr>
            <a:spLocks noGrp="1"/>
          </p:cNvSpPr>
          <p:nvPr>
            <p:ph type="dt" sz="half" idx="10"/>
          </p:nvPr>
        </p:nvSpPr>
        <p:spPr/>
        <p:txBody>
          <a:bodyPr/>
          <a:lstStyle/>
          <a:p>
            <a:pPr algn="r"/>
            <a:fld id="{53BEF823-48A5-43FC-BE03-E79964288B41}" type="datetimeFigureOut">
              <a:rPr lang="en-US" smtClean="0"/>
              <a:pPr algn="r"/>
              <a:t>9/23/2025</a:t>
            </a:fld>
            <a:endParaRPr lang="en-US" dirty="0"/>
          </a:p>
        </p:txBody>
      </p:sp>
      <p:sp>
        <p:nvSpPr>
          <p:cNvPr id="10" name="Footer Placeholder 9">
            <a:extLst>
              <a:ext uri="{FF2B5EF4-FFF2-40B4-BE49-F238E27FC236}">
                <a16:creationId xmlns:a16="http://schemas.microsoft.com/office/drawing/2014/main" id="{27B9FFE7-C4AB-425B-9B56-E412C72212A0}"/>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59231052-EBA8-4781-B28A-2FEA8BE523F3}"/>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CBDBF9E7-F686-4FA1-9BA5-69BDD014B0D3}"/>
              </a:ext>
            </a:extLst>
          </p:cNvPr>
          <p:cNvSpPr>
            <a:spLocks noGrp="1"/>
          </p:cNvSpPr>
          <p:nvPr>
            <p:ph type="title"/>
          </p:nvPr>
        </p:nvSpPr>
        <p:spPr>
          <a:xfrm>
            <a:off x="758952" y="758952"/>
            <a:ext cx="3831336" cy="2930179"/>
          </a:xfrm>
        </p:spPr>
        <p:txBody>
          <a:bodyPr/>
          <a:lstStyle/>
          <a:p>
            <a:r>
              <a:rPr lang="en-US"/>
              <a:t>Click to edit Master title style</a:t>
            </a:r>
            <a:endParaRPr lang="en-US" dirty="0"/>
          </a:p>
        </p:txBody>
      </p:sp>
    </p:spTree>
    <p:extLst>
      <p:ext uri="{BB962C8B-B14F-4D97-AF65-F5344CB8AC3E}">
        <p14:creationId xmlns:p14="http://schemas.microsoft.com/office/powerpoint/2010/main" val="34019375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116CF06-B27C-4DC4-981D-38E31997BD16}"/>
              </a:ext>
            </a:extLst>
          </p:cNvPr>
          <p:cNvSpPr>
            <a:spLocks noGrp="1"/>
          </p:cNvSpPr>
          <p:nvPr>
            <p:ph type="pic" idx="1"/>
          </p:nvPr>
        </p:nvSpPr>
        <p:spPr>
          <a:xfrm>
            <a:off x="5183188" y="758951"/>
            <a:ext cx="6245352" cy="475488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E1976E66-2CB3-4F47-97F6-077C42818316}"/>
              </a:ext>
            </a:extLst>
          </p:cNvPr>
          <p:cNvSpPr>
            <a:spLocks noGrp="1"/>
          </p:cNvSpPr>
          <p:nvPr>
            <p:ph type="body" sz="half" idx="2"/>
          </p:nvPr>
        </p:nvSpPr>
        <p:spPr>
          <a:xfrm>
            <a:off x="758952" y="3794760"/>
            <a:ext cx="3831336" cy="1719072"/>
          </a:xfrm>
        </p:spPr>
        <p:txBody>
          <a:bodyPr>
            <a:normAutofit/>
          </a:bodyPr>
          <a:lstStyle>
            <a:lvl1pPr marL="0" indent="0">
              <a:buNone/>
              <a:defRPr sz="20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71414C9F-CBBD-4D5E-A831-BC0CDFEBCEF3}"/>
              </a:ext>
            </a:extLst>
          </p:cNvPr>
          <p:cNvSpPr>
            <a:spLocks noGrp="1"/>
          </p:cNvSpPr>
          <p:nvPr>
            <p:ph type="dt" sz="half" idx="10"/>
          </p:nvPr>
        </p:nvSpPr>
        <p:spPr/>
        <p:txBody>
          <a:bodyPr/>
          <a:lstStyle/>
          <a:p>
            <a:pPr algn="r"/>
            <a:fld id="{53BEF823-48A5-43FC-BE03-E79964288B41}" type="datetimeFigureOut">
              <a:rPr lang="en-US" smtClean="0"/>
              <a:pPr algn="r"/>
              <a:t>9/23/2025</a:t>
            </a:fld>
            <a:endParaRPr lang="en-US" dirty="0"/>
          </a:p>
        </p:txBody>
      </p:sp>
      <p:sp>
        <p:nvSpPr>
          <p:cNvPr id="10" name="Footer Placeholder 9">
            <a:extLst>
              <a:ext uri="{FF2B5EF4-FFF2-40B4-BE49-F238E27FC236}">
                <a16:creationId xmlns:a16="http://schemas.microsoft.com/office/drawing/2014/main" id="{F58DC0C8-B580-442D-8DAC-4F0F869B1F1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1B0D29E8-DFEE-49AB-83AF-85FF25252A3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D0EAAF1B-6B6E-4D37-8F57-E403C6371A00}"/>
              </a:ext>
            </a:extLst>
          </p:cNvPr>
          <p:cNvSpPr>
            <a:spLocks noGrp="1"/>
          </p:cNvSpPr>
          <p:nvPr>
            <p:ph type="title"/>
          </p:nvPr>
        </p:nvSpPr>
        <p:spPr>
          <a:xfrm>
            <a:off x="758952" y="758952"/>
            <a:ext cx="3831336" cy="2926080"/>
          </a:xfrm>
        </p:spPr>
        <p:txBody>
          <a:bodyPr/>
          <a:lstStyle/>
          <a:p>
            <a:r>
              <a:rPr lang="en-US"/>
              <a:t>Click to edit Master title style</a:t>
            </a:r>
            <a:endParaRPr lang="en-US" dirty="0"/>
          </a:p>
        </p:txBody>
      </p:sp>
    </p:spTree>
    <p:extLst>
      <p:ext uri="{BB962C8B-B14F-4D97-AF65-F5344CB8AC3E}">
        <p14:creationId xmlns:p14="http://schemas.microsoft.com/office/powerpoint/2010/main" val="2139296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59FCF-ACDF-495D-ACFA-15FCAC9EAE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B3786E3-AB17-427E-8EF8-7FCB671A11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33B4E9-7A16-448C-8BE6-B14941A34857}"/>
              </a:ext>
            </a:extLst>
          </p:cNvPr>
          <p:cNvSpPr>
            <a:spLocks noGrp="1"/>
          </p:cNvSpPr>
          <p:nvPr>
            <p:ph type="dt" sz="half" idx="10"/>
          </p:nvPr>
        </p:nvSpPr>
        <p:spPr/>
        <p:txBody>
          <a:bodyPr/>
          <a:lstStyle/>
          <a:p>
            <a:pPr algn="r"/>
            <a:fld id="{53BEF823-48A5-43FC-BE03-E79964288B41}" type="datetimeFigureOut">
              <a:rPr lang="en-US" smtClean="0"/>
              <a:pPr algn="r"/>
              <a:t>9/23/2025</a:t>
            </a:fld>
            <a:endParaRPr lang="en-US" dirty="0"/>
          </a:p>
        </p:txBody>
      </p:sp>
      <p:sp>
        <p:nvSpPr>
          <p:cNvPr id="8" name="Footer Placeholder 7">
            <a:extLst>
              <a:ext uri="{FF2B5EF4-FFF2-40B4-BE49-F238E27FC236}">
                <a16:creationId xmlns:a16="http://schemas.microsoft.com/office/drawing/2014/main" id="{579212F5-5835-49FF-836F-5E3008A0EDB1}"/>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DE9D492B-E5EE-4D24-A087-57D739CFACE8}"/>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42755737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A31E395-94BD-4E79-8E42-9CD4EB33CA60}"/>
              </a:ext>
            </a:extLst>
          </p:cNvPr>
          <p:cNvSpPr>
            <a:spLocks noGrp="1"/>
          </p:cNvSpPr>
          <p:nvPr>
            <p:ph type="title" orient="vert"/>
          </p:nvPr>
        </p:nvSpPr>
        <p:spPr>
          <a:xfrm>
            <a:off x="8475542" y="758952"/>
            <a:ext cx="2954458" cy="4986002"/>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079AA8A4-66BC-4E80-ABE3-F533F82B88CA}"/>
              </a:ext>
            </a:extLst>
          </p:cNvPr>
          <p:cNvSpPr>
            <a:spLocks noGrp="1"/>
          </p:cNvSpPr>
          <p:nvPr>
            <p:ph type="body" orient="vert" idx="1"/>
          </p:nvPr>
        </p:nvSpPr>
        <p:spPr>
          <a:xfrm>
            <a:off x="758952" y="758952"/>
            <a:ext cx="7407586" cy="49860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DDA4EA6-6A1A-48ED-9D79-A438561C7E79}"/>
              </a:ext>
            </a:extLst>
          </p:cNvPr>
          <p:cNvSpPr>
            <a:spLocks noGrp="1"/>
          </p:cNvSpPr>
          <p:nvPr>
            <p:ph type="dt" sz="half" idx="10"/>
          </p:nvPr>
        </p:nvSpPr>
        <p:spPr/>
        <p:txBody>
          <a:bodyPr/>
          <a:lstStyle/>
          <a:p>
            <a:pPr algn="r"/>
            <a:fld id="{53BEF823-48A5-43FC-BE03-E79964288B41}" type="datetimeFigureOut">
              <a:rPr lang="en-US" smtClean="0"/>
              <a:pPr algn="r"/>
              <a:t>9/23/2025</a:t>
            </a:fld>
            <a:endParaRPr lang="en-US" dirty="0"/>
          </a:p>
        </p:txBody>
      </p:sp>
      <p:sp>
        <p:nvSpPr>
          <p:cNvPr id="8" name="Footer Placeholder 7">
            <a:extLst>
              <a:ext uri="{FF2B5EF4-FFF2-40B4-BE49-F238E27FC236}">
                <a16:creationId xmlns:a16="http://schemas.microsoft.com/office/drawing/2014/main" id="{F049B2BA-9250-4EBF-8820-10BDA5C1C62B}"/>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1F914475-55F3-4C46-BAE2-E4D93E9E3781}"/>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9634371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Freeform 6" title="Page Number Shape">
            <a:extLst>
              <a:ext uri="{FF2B5EF4-FFF2-40B4-BE49-F238E27FC236}">
                <a16:creationId xmlns:a16="http://schemas.microsoft.com/office/drawing/2014/main" id="{72411438-92A5-42B0-9C54-EA4FB32ACB5E}"/>
              </a:ext>
            </a:extLst>
          </p:cNvPr>
          <p:cNvSpPr/>
          <p:nvPr/>
        </p:nvSpPr>
        <p:spPr bwMode="auto">
          <a:xfrm>
            <a:off x="11784011" y="5778801"/>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
        <p:nvSpPr>
          <p:cNvPr id="2" name="Title Placeholder 1">
            <a:extLst>
              <a:ext uri="{FF2B5EF4-FFF2-40B4-BE49-F238E27FC236}">
                <a16:creationId xmlns:a16="http://schemas.microsoft.com/office/drawing/2014/main" id="{0D56E4D8-47B6-4DEC-BD29-B3B6ED4CC739}"/>
              </a:ext>
            </a:extLst>
          </p:cNvPr>
          <p:cNvSpPr>
            <a:spLocks noGrp="1"/>
          </p:cNvSpPr>
          <p:nvPr>
            <p:ph type="title"/>
          </p:nvPr>
        </p:nvSpPr>
        <p:spPr>
          <a:xfrm>
            <a:off x="758952" y="758952"/>
            <a:ext cx="3831336" cy="47548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F0F5D4C-4873-4052-A294-99CCB9421C4A}"/>
              </a:ext>
            </a:extLst>
          </p:cNvPr>
          <p:cNvSpPr>
            <a:spLocks noGrp="1"/>
          </p:cNvSpPr>
          <p:nvPr>
            <p:ph type="body" idx="1"/>
          </p:nvPr>
        </p:nvSpPr>
        <p:spPr>
          <a:xfrm>
            <a:off x="5184648" y="758952"/>
            <a:ext cx="6245352" cy="475488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1D62B3-3490-46B4-A10E-33FCE4A1FBB5}"/>
              </a:ext>
            </a:extLst>
          </p:cNvPr>
          <p:cNvSpPr>
            <a:spLocks noGrp="1"/>
          </p:cNvSpPr>
          <p:nvPr>
            <p:ph type="dt" sz="half" idx="2"/>
          </p:nvPr>
        </p:nvSpPr>
        <p:spPr>
          <a:xfrm>
            <a:off x="7616952" y="6007608"/>
            <a:ext cx="3813048" cy="365125"/>
          </a:xfrm>
          <a:prstGeom prst="rect">
            <a:avLst/>
          </a:prstGeom>
        </p:spPr>
        <p:txBody>
          <a:bodyPr vert="horz" lIns="91440" tIns="45720" rIns="91440" bIns="45720" rtlCol="0" anchor="ctr"/>
          <a:lstStyle>
            <a:lvl1pPr algn="r">
              <a:defRPr sz="1000" spc="50" baseline="0">
                <a:solidFill>
                  <a:schemeClr val="tx1">
                    <a:lumMod val="85000"/>
                    <a:lumOff val="15000"/>
                  </a:schemeClr>
                </a:solidFill>
              </a:defRPr>
            </a:lvl1pPr>
          </a:lstStyle>
          <a:p>
            <a:pPr algn="r"/>
            <a:fld id="{53BEF823-48A5-43FC-BE03-E79964288B41}" type="datetimeFigureOut">
              <a:rPr lang="en-US" smtClean="0"/>
              <a:pPr algn="r"/>
              <a:t>9/23/2025</a:t>
            </a:fld>
            <a:endParaRPr lang="en-US" dirty="0"/>
          </a:p>
        </p:txBody>
      </p:sp>
      <p:sp>
        <p:nvSpPr>
          <p:cNvPr id="5" name="Footer Placeholder 4">
            <a:extLst>
              <a:ext uri="{FF2B5EF4-FFF2-40B4-BE49-F238E27FC236}">
                <a16:creationId xmlns:a16="http://schemas.microsoft.com/office/drawing/2014/main" id="{97424CB1-7D5F-4F52-9F99-7068F5819E8C}"/>
              </a:ext>
            </a:extLst>
          </p:cNvPr>
          <p:cNvSpPr>
            <a:spLocks noGrp="1"/>
          </p:cNvSpPr>
          <p:nvPr>
            <p:ph type="ftr" sz="quarter" idx="3"/>
          </p:nvPr>
        </p:nvSpPr>
        <p:spPr>
          <a:xfrm>
            <a:off x="758952" y="6007608"/>
            <a:ext cx="3831336" cy="365125"/>
          </a:xfrm>
          <a:prstGeom prst="rect">
            <a:avLst/>
          </a:prstGeom>
        </p:spPr>
        <p:txBody>
          <a:bodyPr vert="horz" lIns="91440" tIns="45720" rIns="91440" bIns="45720" rtlCol="0" anchor="ctr"/>
          <a:lstStyle>
            <a:lvl1pPr algn="l">
              <a:defRPr sz="1000" spc="50" baseline="0">
                <a:solidFill>
                  <a:schemeClr val="tx1">
                    <a:lumMod val="85000"/>
                    <a:lumOff val="15000"/>
                  </a:schemeClr>
                </a:solidFill>
              </a:defRPr>
            </a:lvl1pPr>
          </a:lstStyle>
          <a:p>
            <a:pPr algn="l"/>
            <a:endParaRPr lang="en-US" dirty="0"/>
          </a:p>
        </p:txBody>
      </p:sp>
      <p:sp>
        <p:nvSpPr>
          <p:cNvPr id="6" name="Slide Number Placeholder 5">
            <a:extLst>
              <a:ext uri="{FF2B5EF4-FFF2-40B4-BE49-F238E27FC236}">
                <a16:creationId xmlns:a16="http://schemas.microsoft.com/office/drawing/2014/main" id="{1A1F9CC9-1431-4569-B2F1-D04814955381}"/>
              </a:ext>
            </a:extLst>
          </p:cNvPr>
          <p:cNvSpPr>
            <a:spLocks noGrp="1"/>
          </p:cNvSpPr>
          <p:nvPr>
            <p:ph type="sldNum" sz="quarter" idx="4"/>
          </p:nvPr>
        </p:nvSpPr>
        <p:spPr>
          <a:xfrm>
            <a:off x="11786616" y="6007608"/>
            <a:ext cx="411480" cy="365125"/>
          </a:xfrm>
          <a:prstGeom prst="rect">
            <a:avLst/>
          </a:prstGeom>
        </p:spPr>
        <p:txBody>
          <a:bodyPr vert="horz" lIns="45720" tIns="45720" rIns="45720" bIns="45720" rtlCol="0" anchor="ctr"/>
          <a:lstStyle>
            <a:lvl1pPr algn="r">
              <a:defRPr sz="900" b="1">
                <a:solidFill>
                  <a:schemeClr val="bg1"/>
                </a:solidFill>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568232668"/>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1" r:id="rId6"/>
    <p:sldLayoutId id="2147483727" r:id="rId7"/>
    <p:sldLayoutId id="2147483728" r:id="rId8"/>
    <p:sldLayoutId id="2147483729" r:id="rId9"/>
    <p:sldLayoutId id="2147483730" r:id="rId10"/>
    <p:sldLayoutId id="2147483732" r:id="rId11"/>
  </p:sldLayoutIdLst>
  <p:txStyles>
    <p:titleStyle>
      <a:lvl1pPr algn="l" defTabSz="914400" rtl="0" eaLnBrk="1" latinLnBrk="0" hangingPunct="1">
        <a:lnSpc>
          <a:spcPct val="90000"/>
        </a:lnSpc>
        <a:spcBef>
          <a:spcPct val="0"/>
        </a:spcBef>
        <a:buNone/>
        <a:defRPr sz="6000" i="1" kern="1200" spc="100" baseline="0">
          <a:solidFill>
            <a:schemeClr val="tx1">
              <a:lumMod val="85000"/>
              <a:lumOff val="15000"/>
            </a:schemeClr>
          </a:solidFill>
          <a:latin typeface="+mj-lt"/>
          <a:ea typeface="+mj-ea"/>
          <a:cs typeface="+mj-cs"/>
        </a:defRPr>
      </a:lvl1pPr>
    </p:titleStyle>
    <p:bodyStyle>
      <a:lvl1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2000" kern="1200">
          <a:solidFill>
            <a:schemeClr val="tx1">
              <a:lumMod val="85000"/>
              <a:lumOff val="15000"/>
            </a:schemeClr>
          </a:solidFill>
          <a:latin typeface="+mn-lt"/>
          <a:ea typeface="+mn-ea"/>
          <a:cs typeface="+mn-cs"/>
        </a:defRPr>
      </a:lvl1pPr>
      <a:lvl2pPr marL="182880" indent="0" algn="l" defTabSz="914400" rtl="0" eaLnBrk="1" latinLnBrk="0" hangingPunct="1">
        <a:lnSpc>
          <a:spcPct val="110000"/>
        </a:lnSpc>
        <a:spcBef>
          <a:spcPts val="400"/>
        </a:spcBef>
        <a:spcAft>
          <a:spcPts val="400"/>
        </a:spcAft>
        <a:buClrTx/>
        <a:buFont typeface="Arial" panose="020B0604020202020204" pitchFamily="34" charset="0"/>
        <a:buNone/>
        <a:defRPr sz="1800" i="1" kern="1200">
          <a:solidFill>
            <a:schemeClr val="tx1">
              <a:lumMod val="85000"/>
              <a:lumOff val="15000"/>
            </a:schemeClr>
          </a:solidFill>
          <a:latin typeface="+mn-lt"/>
          <a:ea typeface="+mn-ea"/>
          <a:cs typeface="+mn-cs"/>
        </a:defRPr>
      </a:lvl2pPr>
      <a:lvl3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600" kern="1200">
          <a:solidFill>
            <a:schemeClr val="tx1">
              <a:lumMod val="85000"/>
              <a:lumOff val="15000"/>
            </a:schemeClr>
          </a:solidFill>
          <a:latin typeface="+mn-lt"/>
          <a:ea typeface="+mn-ea"/>
          <a:cs typeface="+mn-cs"/>
        </a:defRPr>
      </a:lvl3pPr>
      <a:lvl4pPr marL="182880" indent="0" algn="l" defTabSz="914400" rtl="0" eaLnBrk="1" latinLnBrk="0" hangingPunct="1">
        <a:lnSpc>
          <a:spcPct val="110000"/>
        </a:lnSpc>
        <a:spcBef>
          <a:spcPts val="400"/>
        </a:spcBef>
        <a:spcAft>
          <a:spcPts val="400"/>
        </a:spcAft>
        <a:buClrTx/>
        <a:buFont typeface="Arial" panose="020B0604020202020204" pitchFamily="34" charset="0"/>
        <a:buNone/>
        <a:defRPr sz="1400" i="1" kern="1200">
          <a:solidFill>
            <a:schemeClr val="tx1">
              <a:lumMod val="85000"/>
              <a:lumOff val="15000"/>
            </a:schemeClr>
          </a:solidFill>
          <a:latin typeface="+mn-lt"/>
          <a:ea typeface="+mn-ea"/>
          <a:cs typeface="+mn-cs"/>
        </a:defRPr>
      </a:lvl4pPr>
      <a:lvl5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4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colorful light bulb with business icons">
            <a:extLst>
              <a:ext uri="{FF2B5EF4-FFF2-40B4-BE49-F238E27FC236}">
                <a16:creationId xmlns:a16="http://schemas.microsoft.com/office/drawing/2014/main" id="{3628652B-5B90-D917-0E72-B43FF0BBD0FD}"/>
              </a:ext>
            </a:extLst>
          </p:cNvPr>
          <p:cNvPicPr>
            <a:picLocks noChangeAspect="1"/>
          </p:cNvPicPr>
          <p:nvPr/>
        </p:nvPicPr>
        <p:blipFill>
          <a:blip r:embed="rId3">
            <a:alphaModFix/>
          </a:blip>
          <a:srcRect r="9562" b="1"/>
          <a:stretch>
            <a:fillRect/>
          </a:stretch>
        </p:blipFill>
        <p:spPr>
          <a:xfrm>
            <a:off x="3331593" y="10"/>
            <a:ext cx="8860407" cy="6857990"/>
          </a:xfrm>
          <a:custGeom>
            <a:avLst/>
            <a:gdLst/>
            <a:ahLst/>
            <a:cxnLst/>
            <a:rect l="l" t="t" r="r" b="b"/>
            <a:pathLst>
              <a:path w="8860407" h="6858000">
                <a:moveTo>
                  <a:pt x="0" y="0"/>
                </a:moveTo>
                <a:lnTo>
                  <a:pt x="8860407" y="0"/>
                </a:lnTo>
                <a:lnTo>
                  <a:pt x="8860407" y="6858000"/>
                </a:lnTo>
                <a:lnTo>
                  <a:pt x="661049" y="6858000"/>
                </a:lnTo>
                <a:lnTo>
                  <a:pt x="832672" y="6662026"/>
                </a:lnTo>
                <a:cubicBezTo>
                  <a:pt x="1465328" y="5866432"/>
                  <a:pt x="1845374" y="4846462"/>
                  <a:pt x="1845374" y="3734370"/>
                </a:cubicBezTo>
                <a:cubicBezTo>
                  <a:pt x="1845374" y="2244963"/>
                  <a:pt x="1163691" y="920792"/>
                  <a:pt x="106458" y="79568"/>
                </a:cubicBezTo>
                <a:close/>
              </a:path>
            </a:pathLst>
          </a:custGeom>
        </p:spPr>
      </p:pic>
      <p:sp>
        <p:nvSpPr>
          <p:cNvPr id="2" name="Title 1">
            <a:extLst>
              <a:ext uri="{FF2B5EF4-FFF2-40B4-BE49-F238E27FC236}">
                <a16:creationId xmlns:a16="http://schemas.microsoft.com/office/drawing/2014/main" id="{58369A9D-23A9-E891-094F-3D515578491E}"/>
              </a:ext>
            </a:extLst>
          </p:cNvPr>
          <p:cNvSpPr>
            <a:spLocks noGrp="1"/>
          </p:cNvSpPr>
          <p:nvPr>
            <p:ph type="ctrTitle"/>
          </p:nvPr>
        </p:nvSpPr>
        <p:spPr>
          <a:xfrm>
            <a:off x="513625" y="1315345"/>
            <a:ext cx="3447288" cy="2777154"/>
          </a:xfrm>
        </p:spPr>
        <p:txBody>
          <a:bodyPr anchor="b">
            <a:normAutofit/>
          </a:bodyPr>
          <a:lstStyle/>
          <a:p>
            <a:r>
              <a:rPr lang="en-US" sz="4400" dirty="0" err="1">
                <a:latin typeface="ADLaM Display" panose="02010000000000000000" pitchFamily="2" charset="0"/>
                <a:ea typeface="ADLaM Display" panose="02010000000000000000" pitchFamily="2" charset="0"/>
                <a:cs typeface="ADLaM Display" panose="02010000000000000000" pitchFamily="2" charset="0"/>
              </a:rPr>
              <a:t>Botbrain</a:t>
            </a:r>
            <a:r>
              <a:rPr lang="en-US" sz="4400" dirty="0">
                <a:latin typeface="ADLaM Display" panose="02010000000000000000" pitchFamily="2" charset="0"/>
                <a:ea typeface="ADLaM Display" panose="02010000000000000000" pitchFamily="2" charset="0"/>
                <a:cs typeface="ADLaM Display" panose="02010000000000000000" pitchFamily="2" charset="0"/>
              </a:rPr>
              <a:t> assignment</a:t>
            </a:r>
          </a:p>
        </p:txBody>
      </p:sp>
      <p:sp>
        <p:nvSpPr>
          <p:cNvPr id="11"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
        <p:nvSpPr>
          <p:cNvPr id="3" name="TextBox 2">
            <a:extLst>
              <a:ext uri="{FF2B5EF4-FFF2-40B4-BE49-F238E27FC236}">
                <a16:creationId xmlns:a16="http://schemas.microsoft.com/office/drawing/2014/main" id="{A36650DA-99E0-AC14-898A-61DE9094C5C3}"/>
              </a:ext>
            </a:extLst>
          </p:cNvPr>
          <p:cNvSpPr txBox="1"/>
          <p:nvPr/>
        </p:nvSpPr>
        <p:spPr>
          <a:xfrm>
            <a:off x="387448" y="5930946"/>
            <a:ext cx="2513407" cy="830997"/>
          </a:xfrm>
          <a:prstGeom prst="rect">
            <a:avLst/>
          </a:prstGeom>
          <a:noFill/>
        </p:spPr>
        <p:txBody>
          <a:bodyPr wrap="square" rtlCol="0">
            <a:spAutoFit/>
          </a:bodyPr>
          <a:lstStyle/>
          <a:p>
            <a:r>
              <a:rPr lang="en-US" sz="2400" dirty="0" err="1">
                <a:latin typeface="ADLaM Display" panose="02010000000000000000" pitchFamily="2" charset="0"/>
                <a:ea typeface="ADLaM Display" panose="02010000000000000000" pitchFamily="2" charset="0"/>
                <a:cs typeface="ADLaM Display" panose="02010000000000000000" pitchFamily="2" charset="0"/>
              </a:rPr>
              <a:t>Hanmanthrao</a:t>
            </a:r>
            <a:endParaRPr lang="en-US" sz="2400" dirty="0">
              <a:latin typeface="ADLaM Display" panose="02010000000000000000" pitchFamily="2" charset="0"/>
              <a:ea typeface="ADLaM Display" panose="02010000000000000000" pitchFamily="2" charset="0"/>
              <a:cs typeface="ADLaM Display" panose="02010000000000000000" pitchFamily="2" charset="0"/>
            </a:endParaRPr>
          </a:p>
          <a:p>
            <a:r>
              <a:rPr lang="en-US" sz="2400" dirty="0">
                <a:latin typeface="ADLaM Display" panose="02010000000000000000" pitchFamily="2" charset="0"/>
                <a:ea typeface="ADLaM Display" panose="02010000000000000000" pitchFamily="2" charset="0"/>
                <a:cs typeface="ADLaM Display" panose="02010000000000000000" pitchFamily="2" charset="0"/>
              </a:rPr>
              <a:t>24UG00458</a:t>
            </a:r>
          </a:p>
        </p:txBody>
      </p:sp>
    </p:spTree>
    <p:extLst>
      <p:ext uri="{BB962C8B-B14F-4D97-AF65-F5344CB8AC3E}">
        <p14:creationId xmlns:p14="http://schemas.microsoft.com/office/powerpoint/2010/main" val="16093029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a:extLst>
            <a:ext uri="{FF2B5EF4-FFF2-40B4-BE49-F238E27FC236}">
              <a16:creationId xmlns:a16="http://schemas.microsoft.com/office/drawing/2014/main" id="{D41A1469-3E4F-3898-A7A0-1404D92D6CD1}"/>
            </a:ext>
          </a:extLst>
        </p:cNvPr>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6486EA6-00F0-26E6-9A66-26878FAF43C2}"/>
              </a:ext>
            </a:extLst>
          </p:cNvPr>
          <p:cNvSpPr>
            <a:spLocks noGrp="1"/>
          </p:cNvSpPr>
          <p:nvPr>
            <p:ph type="ctrTitle"/>
          </p:nvPr>
        </p:nvSpPr>
        <p:spPr>
          <a:xfrm>
            <a:off x="5543240" y="701700"/>
            <a:ext cx="6758151" cy="5086452"/>
          </a:xfrm>
        </p:spPr>
        <p:txBody>
          <a:bodyPr anchor="ctr">
            <a:normAutofit fontScale="90000"/>
          </a:bodyPr>
          <a:lstStyle/>
          <a:p>
            <a:r>
              <a:rPr lang="en-US" sz="4400" b="1" i="0" dirty="0">
                <a:latin typeface="ADLaM Display" panose="02010000000000000000" pitchFamily="2" charset="0"/>
                <a:ea typeface="ADLaM Display" panose="02010000000000000000" pitchFamily="2" charset="0"/>
                <a:cs typeface="ADLaM Display" panose="02010000000000000000" pitchFamily="2" charset="0"/>
              </a:rPr>
              <a:t>Introduction:</a:t>
            </a:r>
            <a:br>
              <a:rPr lang="en-US" sz="1500" b="1" i="0" dirty="0">
                <a:latin typeface="ADLaM Display" panose="02010000000000000000" pitchFamily="2" charset="0"/>
                <a:ea typeface="ADLaM Display" panose="02010000000000000000" pitchFamily="2" charset="0"/>
                <a:cs typeface="ADLaM Display" panose="02010000000000000000" pitchFamily="2" charset="0"/>
              </a:rPr>
            </a:br>
            <a:br>
              <a:rPr lang="en-US" sz="1500" b="1" i="0" dirty="0">
                <a:latin typeface="ADLaM Display" panose="02010000000000000000" pitchFamily="2" charset="0"/>
                <a:ea typeface="ADLaM Display" panose="02010000000000000000" pitchFamily="2" charset="0"/>
                <a:cs typeface="ADLaM Display" panose="02010000000000000000" pitchFamily="2" charset="0"/>
              </a:rPr>
            </a:br>
            <a:r>
              <a:rPr lang="en-US" sz="2400" i="0" dirty="0">
                <a:latin typeface="ADLaM Display" panose="02010000000000000000" pitchFamily="2" charset="0"/>
                <a:ea typeface="ADLaM Display" panose="02010000000000000000" pitchFamily="2" charset="0"/>
                <a:cs typeface="ADLaM Display" panose="02010000000000000000" pitchFamily="2" charset="0"/>
              </a:rPr>
              <a:t>Getting around a big campus can be tricky, especially for new students.</a:t>
            </a:r>
            <a:br>
              <a:rPr lang="en-US" sz="2400" i="0" dirty="0">
                <a:latin typeface="ADLaM Display" panose="02010000000000000000" pitchFamily="2" charset="0"/>
                <a:ea typeface="ADLaM Display" panose="02010000000000000000" pitchFamily="2" charset="0"/>
                <a:cs typeface="ADLaM Display" panose="02010000000000000000" pitchFamily="2" charset="0"/>
              </a:rPr>
            </a:br>
            <a:br>
              <a:rPr lang="en-US" sz="2400" i="0" dirty="0">
                <a:latin typeface="ADLaM Display" panose="02010000000000000000" pitchFamily="2" charset="0"/>
                <a:ea typeface="ADLaM Display" panose="02010000000000000000" pitchFamily="2" charset="0"/>
                <a:cs typeface="ADLaM Display" panose="02010000000000000000" pitchFamily="2" charset="0"/>
              </a:rPr>
            </a:br>
            <a:r>
              <a:rPr lang="en-US" sz="2400" i="0" dirty="0" err="1">
                <a:latin typeface="ADLaM Display" panose="02010000000000000000" pitchFamily="2" charset="0"/>
                <a:ea typeface="ADLaM Display" panose="02010000000000000000" pitchFamily="2" charset="0"/>
                <a:cs typeface="ADLaM Display" panose="02010000000000000000" pitchFamily="2" charset="0"/>
              </a:rPr>
              <a:t>BotBrain</a:t>
            </a:r>
            <a:r>
              <a:rPr lang="en-US" sz="2400" i="0" dirty="0">
                <a:latin typeface="ADLaM Display" panose="02010000000000000000" pitchFamily="2" charset="0"/>
                <a:ea typeface="ADLaM Display" panose="02010000000000000000" pitchFamily="2" charset="0"/>
                <a:cs typeface="ADLaM Display" panose="02010000000000000000" pitchFamily="2" charset="0"/>
              </a:rPr>
              <a:t> is a smart campus navigator designed to make finding places at Chanakya University easy and fast. </a:t>
            </a:r>
            <a:br>
              <a:rPr lang="en-US" sz="2400" i="0" dirty="0">
                <a:latin typeface="ADLaM Display" panose="02010000000000000000" pitchFamily="2" charset="0"/>
                <a:ea typeface="ADLaM Display" panose="02010000000000000000" pitchFamily="2" charset="0"/>
                <a:cs typeface="ADLaM Display" panose="02010000000000000000" pitchFamily="2" charset="0"/>
              </a:rPr>
            </a:br>
            <a:br>
              <a:rPr lang="en-US" sz="2400" i="0" dirty="0">
                <a:latin typeface="ADLaM Display" panose="02010000000000000000" pitchFamily="2" charset="0"/>
                <a:ea typeface="ADLaM Display" panose="02010000000000000000" pitchFamily="2" charset="0"/>
                <a:cs typeface="ADLaM Display" panose="02010000000000000000" pitchFamily="2" charset="0"/>
              </a:rPr>
            </a:br>
            <a:r>
              <a:rPr lang="en-US" sz="2400" i="0" dirty="0">
                <a:latin typeface="ADLaM Display" panose="02010000000000000000" pitchFamily="2" charset="0"/>
                <a:ea typeface="ADLaM Display" panose="02010000000000000000" pitchFamily="2" charset="0"/>
                <a:cs typeface="ADLaM Display" panose="02010000000000000000" pitchFamily="2" charset="0"/>
              </a:rPr>
              <a:t>It uses simple search methods to find the shortest paths between buildings and answers questions through an easy chat interface.</a:t>
            </a:r>
            <a:br>
              <a:rPr lang="en-US" sz="2400" i="0" dirty="0">
                <a:latin typeface="ADLaM Display" panose="02010000000000000000" pitchFamily="2" charset="0"/>
                <a:ea typeface="ADLaM Display" panose="02010000000000000000" pitchFamily="2" charset="0"/>
                <a:cs typeface="ADLaM Display" panose="02010000000000000000" pitchFamily="2" charset="0"/>
              </a:rPr>
            </a:br>
            <a:br>
              <a:rPr lang="en-US" sz="2400" i="0" dirty="0">
                <a:latin typeface="ADLaM Display" panose="02010000000000000000" pitchFamily="2" charset="0"/>
                <a:ea typeface="ADLaM Display" panose="02010000000000000000" pitchFamily="2" charset="0"/>
                <a:cs typeface="ADLaM Display" panose="02010000000000000000" pitchFamily="2" charset="0"/>
              </a:rPr>
            </a:br>
            <a:br>
              <a:rPr lang="en-US" sz="2400" i="0" dirty="0">
                <a:latin typeface="ADLaM Display" panose="02010000000000000000" pitchFamily="2" charset="0"/>
                <a:ea typeface="ADLaM Display" panose="02010000000000000000" pitchFamily="2" charset="0"/>
                <a:cs typeface="ADLaM Display" panose="02010000000000000000" pitchFamily="2" charset="0"/>
              </a:rPr>
            </a:br>
            <a:br>
              <a:rPr lang="en-US" sz="2400" i="0" dirty="0">
                <a:latin typeface="ADLaM Display" panose="02010000000000000000" pitchFamily="2" charset="0"/>
                <a:ea typeface="ADLaM Display" panose="02010000000000000000" pitchFamily="2" charset="0"/>
                <a:cs typeface="ADLaM Display" panose="02010000000000000000" pitchFamily="2" charset="0"/>
              </a:rPr>
            </a:br>
            <a:r>
              <a:rPr lang="en-US" sz="2400" i="0" dirty="0">
                <a:latin typeface="ADLaM Display" panose="02010000000000000000" pitchFamily="2" charset="0"/>
                <a:ea typeface="ADLaM Display" panose="02010000000000000000" pitchFamily="2" charset="0"/>
                <a:cs typeface="ADLaM Display" panose="02010000000000000000" pitchFamily="2" charset="0"/>
              </a:rPr>
              <a:t> This tool helps students save time and feel confident moving around campus.</a:t>
            </a:r>
            <a:br>
              <a:rPr lang="en-US" sz="1500" i="0" dirty="0"/>
            </a:br>
            <a:endParaRPr lang="en-US" sz="1500" dirty="0">
              <a:latin typeface="ADLaM Display" panose="02010000000000000000" pitchFamily="2" charset="0"/>
              <a:ea typeface="ADLaM Display" panose="02010000000000000000" pitchFamily="2" charset="0"/>
              <a:cs typeface="ADLaM Display" panose="02010000000000000000" pitchFamily="2" charset="0"/>
            </a:endParaRPr>
          </a:p>
        </p:txBody>
      </p:sp>
      <p:pic>
        <p:nvPicPr>
          <p:cNvPr id="4" name="Picture 3" descr="A colorful light bulb with business icons">
            <a:extLst>
              <a:ext uri="{FF2B5EF4-FFF2-40B4-BE49-F238E27FC236}">
                <a16:creationId xmlns:a16="http://schemas.microsoft.com/office/drawing/2014/main" id="{44184A19-09DA-FB6F-F556-BDC815A44852}"/>
              </a:ext>
            </a:extLst>
          </p:cNvPr>
          <p:cNvPicPr>
            <a:picLocks noChangeAspect="1"/>
          </p:cNvPicPr>
          <p:nvPr/>
        </p:nvPicPr>
        <p:blipFill>
          <a:blip r:embed="rId3"/>
          <a:srcRect l="21905" r="24865" b="1"/>
          <a:stretch>
            <a:fillRect/>
          </a:stretch>
        </p:blipFill>
        <p:spPr>
          <a:xfrm>
            <a:off x="1" y="10"/>
            <a:ext cx="5215066" cy="6857990"/>
          </a:xfrm>
          <a:custGeom>
            <a:avLst/>
            <a:gdLst/>
            <a:ahLst/>
            <a:cxnLst/>
            <a:rect l="l" t="t" r="r" b="b"/>
            <a:pathLst>
              <a:path w="5215066" h="6845983">
                <a:moveTo>
                  <a:pt x="0" y="0"/>
                </a:moveTo>
                <a:lnTo>
                  <a:pt x="3197713" y="0"/>
                </a:lnTo>
                <a:lnTo>
                  <a:pt x="3259787" y="39795"/>
                </a:lnTo>
                <a:cubicBezTo>
                  <a:pt x="4439462" y="836768"/>
                  <a:pt x="5215066" y="2186425"/>
                  <a:pt x="5215066" y="3717234"/>
                </a:cubicBezTo>
                <a:cubicBezTo>
                  <a:pt x="5215066" y="4788800"/>
                  <a:pt x="4835020" y="5771602"/>
                  <a:pt x="4202364" y="6538204"/>
                </a:cubicBezTo>
                <a:lnTo>
                  <a:pt x="3922635" y="6845983"/>
                </a:lnTo>
                <a:lnTo>
                  <a:pt x="0" y="6845983"/>
                </a:lnTo>
                <a:close/>
              </a:path>
            </a:pathLst>
          </a:custGeom>
        </p:spPr>
      </p:pic>
      <p:cxnSp>
        <p:nvCxnSpPr>
          <p:cNvPr id="27" name="Straight Connector 26">
            <a:extLst>
              <a:ext uri="{FF2B5EF4-FFF2-40B4-BE49-F238E27FC236}">
                <a16:creationId xmlns:a16="http://schemas.microsoft.com/office/drawing/2014/main" id="{E3B95BE3-D5B2-4F38-9A01-17866C9FBA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040331" y="4555071"/>
            <a:ext cx="530352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Tree>
    <p:extLst>
      <p:ext uri="{BB962C8B-B14F-4D97-AF65-F5344CB8AC3E}">
        <p14:creationId xmlns:p14="http://schemas.microsoft.com/office/powerpoint/2010/main" val="19196203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a:extLst>
            <a:ext uri="{FF2B5EF4-FFF2-40B4-BE49-F238E27FC236}">
              <a16:creationId xmlns:a16="http://schemas.microsoft.com/office/drawing/2014/main" id="{5B3E56F1-055D-686A-C039-480F7634AA97}"/>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D5A6A4F-332B-B096-5924-184240A105C0}"/>
              </a:ext>
            </a:extLst>
          </p:cNvPr>
          <p:cNvSpPr>
            <a:spLocks noGrp="1"/>
          </p:cNvSpPr>
          <p:nvPr>
            <p:ph type="ctrTitle"/>
          </p:nvPr>
        </p:nvSpPr>
        <p:spPr>
          <a:xfrm>
            <a:off x="1078991" y="893935"/>
            <a:ext cx="5364937" cy="3339390"/>
          </a:xfrm>
        </p:spPr>
        <p:txBody>
          <a:bodyPr anchor="ctr">
            <a:normAutofit fontScale="90000"/>
          </a:bodyPr>
          <a:lstStyle/>
          <a:p>
            <a:r>
              <a:rPr lang="en-US" sz="4400" b="1" i="0" dirty="0">
                <a:latin typeface="ADLaM Display" panose="02010000000000000000" pitchFamily="2" charset="0"/>
                <a:ea typeface="ADLaM Display" panose="02010000000000000000" pitchFamily="2" charset="0"/>
                <a:cs typeface="ADLaM Display" panose="02010000000000000000" pitchFamily="2" charset="0"/>
              </a:rPr>
              <a:t>Objectives</a:t>
            </a:r>
            <a:br>
              <a:rPr lang="en-US" sz="1500" b="1" i="0" dirty="0">
                <a:latin typeface="ADLaM Display" panose="02010000000000000000" pitchFamily="2" charset="0"/>
                <a:ea typeface="ADLaM Display" panose="02010000000000000000" pitchFamily="2" charset="0"/>
                <a:cs typeface="ADLaM Display" panose="02010000000000000000" pitchFamily="2" charset="0"/>
              </a:rPr>
            </a:br>
            <a:br>
              <a:rPr lang="en-US" sz="1500" b="1" i="0" dirty="0">
                <a:latin typeface="ADLaM Display" panose="02010000000000000000" pitchFamily="2" charset="0"/>
                <a:ea typeface="ADLaM Display" panose="02010000000000000000" pitchFamily="2" charset="0"/>
                <a:cs typeface="ADLaM Display" panose="02010000000000000000" pitchFamily="2" charset="0"/>
              </a:rPr>
            </a:br>
            <a:br>
              <a:rPr lang="en-US" sz="1500" b="1" i="0" dirty="0">
                <a:latin typeface="ADLaM Display" panose="02010000000000000000" pitchFamily="2" charset="0"/>
                <a:ea typeface="ADLaM Display" panose="02010000000000000000" pitchFamily="2" charset="0"/>
                <a:cs typeface="ADLaM Display" panose="02010000000000000000" pitchFamily="2" charset="0"/>
              </a:rPr>
            </a:br>
            <a:r>
              <a:rPr lang="en-US" sz="2400" i="0" dirty="0">
                <a:latin typeface="ADLaM Display" panose="02010000000000000000" pitchFamily="2" charset="0"/>
                <a:ea typeface="ADLaM Display" panose="02010000000000000000" pitchFamily="2" charset="0"/>
                <a:cs typeface="ADLaM Display" panose="02010000000000000000" pitchFamily="2" charset="0"/>
              </a:rPr>
              <a:t>Help students find shortest paths between campus buildings.</a:t>
            </a:r>
            <a:br>
              <a:rPr lang="en-US" sz="2400" i="0" dirty="0">
                <a:latin typeface="ADLaM Display" panose="02010000000000000000" pitchFamily="2" charset="0"/>
                <a:ea typeface="ADLaM Display" panose="02010000000000000000" pitchFamily="2" charset="0"/>
                <a:cs typeface="ADLaM Display" panose="02010000000000000000" pitchFamily="2" charset="0"/>
              </a:rPr>
            </a:br>
            <a:br>
              <a:rPr lang="en-US" sz="2400" i="0" dirty="0">
                <a:latin typeface="ADLaM Display" panose="02010000000000000000" pitchFamily="2" charset="0"/>
                <a:ea typeface="ADLaM Display" panose="02010000000000000000" pitchFamily="2" charset="0"/>
                <a:cs typeface="ADLaM Display" panose="02010000000000000000" pitchFamily="2" charset="0"/>
              </a:rPr>
            </a:br>
            <a:r>
              <a:rPr lang="en-US" sz="2400" i="0" dirty="0">
                <a:latin typeface="ADLaM Display" panose="02010000000000000000" pitchFamily="2" charset="0"/>
                <a:ea typeface="ADLaM Display" panose="02010000000000000000" pitchFamily="2" charset="0"/>
                <a:cs typeface="ADLaM Display" panose="02010000000000000000" pitchFamily="2" charset="0"/>
              </a:rPr>
              <a:t>Provide detailed campus info: locations, FAQs.</a:t>
            </a:r>
            <a:br>
              <a:rPr lang="en-US" sz="2400" b="1" i="0" dirty="0">
                <a:latin typeface="ADLaM Display" panose="02010000000000000000" pitchFamily="2" charset="0"/>
                <a:ea typeface="ADLaM Display" panose="02010000000000000000" pitchFamily="2" charset="0"/>
                <a:cs typeface="ADLaM Display" panose="02010000000000000000" pitchFamily="2" charset="0"/>
              </a:rPr>
            </a:br>
            <a:br>
              <a:rPr lang="en-US" sz="2400" i="0" dirty="0">
                <a:latin typeface="ADLaM Display" panose="02010000000000000000" pitchFamily="2" charset="0"/>
                <a:ea typeface="ADLaM Display" panose="02010000000000000000" pitchFamily="2" charset="0"/>
                <a:cs typeface="ADLaM Display" panose="02010000000000000000" pitchFamily="2" charset="0"/>
              </a:rPr>
            </a:br>
            <a:r>
              <a:rPr lang="en-US" sz="2400" i="0" dirty="0">
                <a:latin typeface="ADLaM Display" panose="02010000000000000000" pitchFamily="2" charset="0"/>
                <a:ea typeface="ADLaM Display" panose="02010000000000000000" pitchFamily="2" charset="0"/>
                <a:cs typeface="ADLaM Display" panose="02010000000000000000" pitchFamily="2" charset="0"/>
              </a:rPr>
              <a:t>Create a scalable backend for real-time route planning.</a:t>
            </a:r>
            <a:br>
              <a:rPr lang="en-US" sz="2400" i="0" dirty="0">
                <a:latin typeface="ADLaM Display" panose="02010000000000000000" pitchFamily="2" charset="0"/>
                <a:ea typeface="ADLaM Display" panose="02010000000000000000" pitchFamily="2" charset="0"/>
                <a:cs typeface="ADLaM Display" panose="02010000000000000000" pitchFamily="2" charset="0"/>
              </a:rPr>
            </a:br>
            <a:endParaRPr lang="en-US" sz="1500" dirty="0">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7" name="Straight Connector 46">
            <a:extLst>
              <a:ext uri="{FF2B5EF4-FFF2-40B4-BE49-F238E27FC236}">
                <a16:creationId xmlns:a16="http://schemas.microsoft.com/office/drawing/2014/main" id="{E3B95BE3-D5B2-4F38-9A01-17866C9FBA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1140408" y="4555071"/>
            <a:ext cx="530352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pic>
        <p:nvPicPr>
          <p:cNvPr id="4" name="Picture 3" descr="A colorful light bulb with business icons">
            <a:extLst>
              <a:ext uri="{FF2B5EF4-FFF2-40B4-BE49-F238E27FC236}">
                <a16:creationId xmlns:a16="http://schemas.microsoft.com/office/drawing/2014/main" id="{EA367692-176A-EF27-9D32-A27C0224AF7B}"/>
              </a:ext>
            </a:extLst>
          </p:cNvPr>
          <p:cNvPicPr>
            <a:picLocks noChangeAspect="1"/>
          </p:cNvPicPr>
          <p:nvPr/>
        </p:nvPicPr>
        <p:blipFill>
          <a:blip r:embed="rId3"/>
          <a:srcRect l="21905" r="24865" b="1"/>
          <a:stretch>
            <a:fillRect/>
          </a:stretch>
        </p:blipFill>
        <p:spPr>
          <a:xfrm>
            <a:off x="6976934" y="10"/>
            <a:ext cx="5215066" cy="6857990"/>
          </a:xfrm>
          <a:custGeom>
            <a:avLst/>
            <a:gdLst/>
            <a:ahLst/>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p:spPr>
      </p:pic>
      <p:sp>
        <p:nvSpPr>
          <p:cNvPr id="48"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Tree>
    <p:extLst>
      <p:ext uri="{BB962C8B-B14F-4D97-AF65-F5344CB8AC3E}">
        <p14:creationId xmlns:p14="http://schemas.microsoft.com/office/powerpoint/2010/main" val="553333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a:extLst>
            <a:ext uri="{FF2B5EF4-FFF2-40B4-BE49-F238E27FC236}">
              <a16:creationId xmlns:a16="http://schemas.microsoft.com/office/drawing/2014/main" id="{F9EB1FE2-C9C5-58F8-A6FE-AB14E0C545E5}"/>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colorful light bulb with business icons">
            <a:extLst>
              <a:ext uri="{FF2B5EF4-FFF2-40B4-BE49-F238E27FC236}">
                <a16:creationId xmlns:a16="http://schemas.microsoft.com/office/drawing/2014/main" id="{13ED4DA3-0CEE-2CFF-9AFB-3B6A196E2536}"/>
              </a:ext>
            </a:extLst>
          </p:cNvPr>
          <p:cNvPicPr>
            <a:picLocks noChangeAspect="1"/>
          </p:cNvPicPr>
          <p:nvPr/>
        </p:nvPicPr>
        <p:blipFill>
          <a:blip r:embed="rId3"/>
          <a:srcRect t="9747" b="9896"/>
          <a:stretch>
            <a:fillRect/>
          </a:stretch>
        </p:blipFill>
        <p:spPr>
          <a:xfrm>
            <a:off x="294310" y="10"/>
            <a:ext cx="12191980" cy="6857990"/>
          </a:xfrm>
          <a:prstGeom prst="rect">
            <a:avLst/>
          </a:prstGeom>
        </p:spPr>
      </p:pic>
      <p:sp>
        <p:nvSpPr>
          <p:cNvPr id="18" name="Rectangle 17">
            <a:extLst>
              <a:ext uri="{FF2B5EF4-FFF2-40B4-BE49-F238E27FC236}">
                <a16:creationId xmlns:a16="http://schemas.microsoft.com/office/drawing/2014/main" id="{9FBB9AF1-CE92-475C-A47B-5FC32922B3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grayWhite">
          <a:xfrm>
            <a:off x="1" y="0"/>
            <a:ext cx="12191999" cy="6858000"/>
          </a:xfrm>
          <a:prstGeom prst="rect">
            <a:avLst/>
          </a:prstGeom>
          <a:gradFill flip="none" rotWithShape="1">
            <a:gsLst>
              <a:gs pos="100000">
                <a:srgbClr val="000000">
                  <a:alpha val="0"/>
                </a:srgbClr>
              </a:gs>
              <a:gs pos="30000">
                <a:srgbClr val="000000"/>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673398B1-C968-296D-C307-5C6CECA1B722}"/>
              </a:ext>
            </a:extLst>
          </p:cNvPr>
          <p:cNvSpPr>
            <a:spLocks noGrp="1"/>
          </p:cNvSpPr>
          <p:nvPr>
            <p:ph type="ctrTitle"/>
          </p:nvPr>
        </p:nvSpPr>
        <p:spPr>
          <a:xfrm>
            <a:off x="451945" y="168166"/>
            <a:ext cx="10436772" cy="4521013"/>
          </a:xfrm>
        </p:spPr>
        <p:txBody>
          <a:bodyPr>
            <a:normAutofit/>
          </a:bodyPr>
          <a:lstStyle/>
          <a:p>
            <a:r>
              <a:rPr lang="en-US" sz="4000" b="1" dirty="0">
                <a:solidFill>
                  <a:srgbClr val="FFFFFF"/>
                </a:solidFill>
                <a:latin typeface="ADLaM Display" panose="02010000000000000000" pitchFamily="2" charset="0"/>
                <a:ea typeface="ADLaM Display" panose="02010000000000000000" pitchFamily="2" charset="0"/>
                <a:cs typeface="ADLaM Display" panose="02010000000000000000" pitchFamily="2" charset="0"/>
              </a:rPr>
              <a:t>                UI for mobile or website </a:t>
            </a:r>
          </a:p>
        </p:txBody>
      </p:sp>
      <p:cxnSp>
        <p:nvCxnSpPr>
          <p:cNvPr id="20" name="Straight Connector 19">
            <a:extLst>
              <a:ext uri="{FF2B5EF4-FFF2-40B4-BE49-F238E27FC236}">
                <a16:creationId xmlns:a16="http://schemas.microsoft.com/office/drawing/2014/main" id="{D81E42A3-743C-4C15-9DA8-93AA9AEBFB1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143293"/>
            <a:ext cx="0" cy="5714707"/>
          </a:xfrm>
          <a:prstGeom prst="line">
            <a:avLst/>
          </a:prstGeom>
          <a:ln w="19050">
            <a:solidFill>
              <a:srgbClr val="FFFFFF"/>
            </a:solidFill>
          </a:ln>
        </p:spPr>
        <p:style>
          <a:lnRef idx="1">
            <a:schemeClr val="accent1"/>
          </a:lnRef>
          <a:fillRef idx="0">
            <a:schemeClr val="accent1"/>
          </a:fillRef>
          <a:effectRef idx="0">
            <a:schemeClr val="accent1"/>
          </a:effectRef>
          <a:fontRef idx="minor">
            <a:schemeClr val="tx1"/>
          </a:fontRef>
        </p:style>
      </p:cxnSp>
      <p:sp>
        <p:nvSpPr>
          <p:cNvPr id="22" name="Freeform 6">
            <a:extLst>
              <a:ext uri="{FF2B5EF4-FFF2-40B4-BE49-F238E27FC236}">
                <a16:creationId xmlns:a16="http://schemas.microsoft.com/office/drawing/2014/main" id="{7021D92D-08FF-45A6-9109-AC9462C7E8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1143293"/>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pic>
        <p:nvPicPr>
          <p:cNvPr id="5" name="Picture 4">
            <a:extLst>
              <a:ext uri="{FF2B5EF4-FFF2-40B4-BE49-F238E27FC236}">
                <a16:creationId xmlns:a16="http://schemas.microsoft.com/office/drawing/2014/main" id="{52E8907F-EFBE-4FCB-DCCF-8DADB87C487C}"/>
              </a:ext>
            </a:extLst>
          </p:cNvPr>
          <p:cNvPicPr>
            <a:picLocks noChangeAspect="1"/>
          </p:cNvPicPr>
          <p:nvPr/>
        </p:nvPicPr>
        <p:blipFill>
          <a:blip r:embed="rId4"/>
          <a:stretch>
            <a:fillRect/>
          </a:stretch>
        </p:blipFill>
        <p:spPr>
          <a:xfrm>
            <a:off x="1223595" y="777725"/>
            <a:ext cx="9896350" cy="5728179"/>
          </a:xfrm>
          <a:prstGeom prst="rect">
            <a:avLst/>
          </a:prstGeom>
        </p:spPr>
      </p:pic>
    </p:spTree>
    <p:extLst>
      <p:ext uri="{BB962C8B-B14F-4D97-AF65-F5344CB8AC3E}">
        <p14:creationId xmlns:p14="http://schemas.microsoft.com/office/powerpoint/2010/main" val="18873471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a:extLst>
            <a:ext uri="{FF2B5EF4-FFF2-40B4-BE49-F238E27FC236}">
              <a16:creationId xmlns:a16="http://schemas.microsoft.com/office/drawing/2014/main" id="{C5DF29CF-DB04-B546-6E00-B66EBC9C76B2}"/>
            </a:ext>
          </a:extLst>
        </p:cNvPr>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528A091-EA31-46EE-165B-23D4309DF433}"/>
              </a:ext>
            </a:extLst>
          </p:cNvPr>
          <p:cNvSpPr>
            <a:spLocks noGrp="1"/>
          </p:cNvSpPr>
          <p:nvPr>
            <p:ph type="ctrTitle"/>
          </p:nvPr>
        </p:nvSpPr>
        <p:spPr>
          <a:xfrm>
            <a:off x="6040330" y="1896913"/>
            <a:ext cx="5364937" cy="2658158"/>
          </a:xfrm>
        </p:spPr>
        <p:txBody>
          <a:bodyPr anchor="ctr">
            <a:noAutofit/>
          </a:bodyPr>
          <a:lstStyle/>
          <a:p>
            <a:r>
              <a:rPr lang="en-US" sz="4000" b="1" i="0" dirty="0">
                <a:latin typeface="ADLaM Display" panose="02010000000000000000" pitchFamily="2" charset="0"/>
                <a:ea typeface="ADLaM Display" panose="02010000000000000000" pitchFamily="2" charset="0"/>
                <a:cs typeface="ADLaM Display" panose="02010000000000000000" pitchFamily="2" charset="0"/>
              </a:rPr>
              <a:t>Conclusion</a:t>
            </a:r>
            <a:br>
              <a:rPr lang="en-US" sz="2400" b="1" i="0" dirty="0">
                <a:latin typeface="ADLaM Display" panose="02010000000000000000" pitchFamily="2" charset="0"/>
                <a:ea typeface="ADLaM Display" panose="02010000000000000000" pitchFamily="2" charset="0"/>
                <a:cs typeface="ADLaM Display" panose="02010000000000000000" pitchFamily="2" charset="0"/>
              </a:rPr>
            </a:br>
            <a:br>
              <a:rPr lang="en-US" sz="2400" b="1" i="0" dirty="0">
                <a:latin typeface="ADLaM Display" panose="02010000000000000000" pitchFamily="2" charset="0"/>
                <a:ea typeface="ADLaM Display" panose="02010000000000000000" pitchFamily="2" charset="0"/>
                <a:cs typeface="ADLaM Display" panose="02010000000000000000" pitchFamily="2" charset="0"/>
              </a:rPr>
            </a:br>
            <a:br>
              <a:rPr lang="en-US" sz="2400" b="1" i="0" dirty="0">
                <a:latin typeface="ADLaM Display" panose="02010000000000000000" pitchFamily="2" charset="0"/>
                <a:ea typeface="ADLaM Display" panose="02010000000000000000" pitchFamily="2" charset="0"/>
                <a:cs typeface="ADLaM Display" panose="02010000000000000000" pitchFamily="2" charset="0"/>
              </a:rPr>
            </a:br>
            <a:r>
              <a:rPr lang="en-US" sz="2400" i="0" dirty="0" err="1">
                <a:latin typeface="ADLaM Display" panose="02010000000000000000" pitchFamily="2" charset="0"/>
                <a:ea typeface="ADLaM Display" panose="02010000000000000000" pitchFamily="2" charset="0"/>
                <a:cs typeface="ADLaM Display" panose="02010000000000000000" pitchFamily="2" charset="0"/>
              </a:rPr>
              <a:t>BotBrain</a:t>
            </a:r>
            <a:r>
              <a:rPr lang="en-US" sz="2400" i="0" dirty="0">
                <a:latin typeface="ADLaM Display" panose="02010000000000000000" pitchFamily="2" charset="0"/>
                <a:ea typeface="ADLaM Display" panose="02010000000000000000" pitchFamily="2" charset="0"/>
                <a:cs typeface="ADLaM Display" panose="02010000000000000000" pitchFamily="2" charset="0"/>
              </a:rPr>
              <a:t> enhances campus navigation efficiency and student comfort.</a:t>
            </a:r>
            <a:br>
              <a:rPr lang="en-US" sz="2400" i="0" dirty="0">
                <a:latin typeface="ADLaM Display" panose="02010000000000000000" pitchFamily="2" charset="0"/>
                <a:ea typeface="ADLaM Display" panose="02010000000000000000" pitchFamily="2" charset="0"/>
                <a:cs typeface="ADLaM Display" panose="02010000000000000000" pitchFamily="2" charset="0"/>
              </a:rPr>
            </a:br>
            <a:br>
              <a:rPr lang="en-US" sz="2400" i="0" dirty="0">
                <a:latin typeface="ADLaM Display" panose="02010000000000000000" pitchFamily="2" charset="0"/>
                <a:ea typeface="ADLaM Display" panose="02010000000000000000" pitchFamily="2" charset="0"/>
                <a:cs typeface="ADLaM Display" panose="02010000000000000000" pitchFamily="2" charset="0"/>
              </a:rPr>
            </a:br>
            <a:r>
              <a:rPr lang="en-US" sz="2400" i="0" dirty="0">
                <a:latin typeface="ADLaM Display" panose="02010000000000000000" pitchFamily="2" charset="0"/>
                <a:ea typeface="ADLaM Display" panose="02010000000000000000" pitchFamily="2" charset="0"/>
                <a:cs typeface="ADLaM Display" panose="02010000000000000000" pitchFamily="2" charset="0"/>
              </a:rPr>
              <a:t>Future plans: Integrate Google Maps API and mobile app support.</a:t>
            </a:r>
            <a:br>
              <a:rPr lang="en-US" sz="2400" i="0" dirty="0">
                <a:latin typeface="ADLaM Display" panose="02010000000000000000" pitchFamily="2" charset="0"/>
                <a:ea typeface="ADLaM Display" panose="02010000000000000000" pitchFamily="2" charset="0"/>
                <a:cs typeface="ADLaM Display" panose="02010000000000000000" pitchFamily="2" charset="0"/>
              </a:rPr>
            </a:br>
            <a:br>
              <a:rPr lang="en-US" sz="2400" i="0" dirty="0">
                <a:latin typeface="ADLaM Display" panose="02010000000000000000" pitchFamily="2" charset="0"/>
                <a:ea typeface="ADLaM Display" panose="02010000000000000000" pitchFamily="2" charset="0"/>
                <a:cs typeface="ADLaM Display" panose="02010000000000000000" pitchFamily="2" charset="0"/>
              </a:rPr>
            </a:br>
            <a:r>
              <a:rPr lang="en-US" sz="2400" i="0" dirty="0">
                <a:latin typeface="ADLaM Display" panose="02010000000000000000" pitchFamily="2" charset="0"/>
                <a:ea typeface="ADLaM Display" panose="02010000000000000000" pitchFamily="2" charset="0"/>
                <a:cs typeface="ADLaM Display" panose="02010000000000000000" pitchFamily="2" charset="0"/>
              </a:rPr>
              <a:t>Expand chatbot abilities for more queries and services.</a:t>
            </a:r>
            <a:br>
              <a:rPr lang="en-US" sz="2400" i="0" dirty="0">
                <a:latin typeface="ADLaM Display" panose="02010000000000000000" pitchFamily="2" charset="0"/>
                <a:ea typeface="ADLaM Display" panose="02010000000000000000" pitchFamily="2" charset="0"/>
                <a:cs typeface="ADLaM Display" panose="02010000000000000000" pitchFamily="2" charset="0"/>
              </a:rPr>
            </a:br>
            <a:endParaRPr lang="en-US" sz="2400" dirty="0">
              <a:latin typeface="ADLaM Display" panose="02010000000000000000" pitchFamily="2" charset="0"/>
              <a:ea typeface="ADLaM Display" panose="02010000000000000000" pitchFamily="2" charset="0"/>
              <a:cs typeface="ADLaM Display" panose="02010000000000000000" pitchFamily="2" charset="0"/>
            </a:endParaRPr>
          </a:p>
        </p:txBody>
      </p:sp>
      <p:pic>
        <p:nvPicPr>
          <p:cNvPr id="4" name="Picture 3" descr="A colorful light bulb with business icons">
            <a:extLst>
              <a:ext uri="{FF2B5EF4-FFF2-40B4-BE49-F238E27FC236}">
                <a16:creationId xmlns:a16="http://schemas.microsoft.com/office/drawing/2014/main" id="{62455B24-5F77-C18F-6CDD-8195082BCD2C}"/>
              </a:ext>
            </a:extLst>
          </p:cNvPr>
          <p:cNvPicPr>
            <a:picLocks noChangeAspect="1"/>
          </p:cNvPicPr>
          <p:nvPr/>
        </p:nvPicPr>
        <p:blipFill>
          <a:blip r:embed="rId3"/>
          <a:srcRect l="21905" r="24865" b="1"/>
          <a:stretch>
            <a:fillRect/>
          </a:stretch>
        </p:blipFill>
        <p:spPr>
          <a:xfrm>
            <a:off x="1" y="10"/>
            <a:ext cx="5215066" cy="6857990"/>
          </a:xfrm>
          <a:custGeom>
            <a:avLst/>
            <a:gdLst/>
            <a:ahLst/>
            <a:cxnLst/>
            <a:rect l="l" t="t" r="r" b="b"/>
            <a:pathLst>
              <a:path w="5215066" h="6845983">
                <a:moveTo>
                  <a:pt x="0" y="0"/>
                </a:moveTo>
                <a:lnTo>
                  <a:pt x="3197713" y="0"/>
                </a:lnTo>
                <a:lnTo>
                  <a:pt x="3259787" y="39795"/>
                </a:lnTo>
                <a:cubicBezTo>
                  <a:pt x="4439462" y="836768"/>
                  <a:pt x="5215066" y="2186425"/>
                  <a:pt x="5215066" y="3717234"/>
                </a:cubicBezTo>
                <a:cubicBezTo>
                  <a:pt x="5215066" y="4788800"/>
                  <a:pt x="4835020" y="5771602"/>
                  <a:pt x="4202364" y="6538204"/>
                </a:cubicBezTo>
                <a:lnTo>
                  <a:pt x="3922635" y="6845983"/>
                </a:lnTo>
                <a:lnTo>
                  <a:pt x="0" y="6845983"/>
                </a:lnTo>
                <a:close/>
              </a:path>
            </a:pathLst>
          </a:custGeom>
        </p:spPr>
      </p:pic>
      <p:cxnSp>
        <p:nvCxnSpPr>
          <p:cNvPr id="18" name="Straight Connector 17">
            <a:extLst>
              <a:ext uri="{FF2B5EF4-FFF2-40B4-BE49-F238E27FC236}">
                <a16:creationId xmlns:a16="http://schemas.microsoft.com/office/drawing/2014/main" id="{E3B95BE3-D5B2-4F38-9A01-17866C9FBA6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040331" y="4555071"/>
            <a:ext cx="530352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a:p>
        </p:txBody>
      </p:sp>
    </p:spTree>
    <p:extLst>
      <p:ext uri="{BB962C8B-B14F-4D97-AF65-F5344CB8AC3E}">
        <p14:creationId xmlns:p14="http://schemas.microsoft.com/office/powerpoint/2010/main" val="6322100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HeadlinesVTI">
  <a:themeElements>
    <a:clrScheme name="Headlines">
      <a:dk1>
        <a:sysClr val="windowText" lastClr="000000"/>
      </a:dk1>
      <a:lt1>
        <a:sysClr val="window" lastClr="FFFFFF"/>
      </a:lt1>
      <a:dk2>
        <a:srgbClr val="232C41"/>
      </a:dk2>
      <a:lt2>
        <a:srgbClr val="F6F4EF"/>
      </a:lt2>
      <a:accent1>
        <a:srgbClr val="439EB7"/>
      </a:accent1>
      <a:accent2>
        <a:srgbClr val="E20E65"/>
      </a:accent2>
      <a:accent3>
        <a:srgbClr val="F59324"/>
      </a:accent3>
      <a:accent4>
        <a:srgbClr val="5046B9"/>
      </a:accent4>
      <a:accent5>
        <a:srgbClr val="5CB678"/>
      </a:accent5>
      <a:accent6>
        <a:srgbClr val="9717F7"/>
      </a:accent6>
      <a:hlink>
        <a:srgbClr val="E80095"/>
      </a:hlink>
      <a:folHlink>
        <a:srgbClr val="808080"/>
      </a:folHlink>
    </a:clrScheme>
    <a:fontScheme name="Custom 211">
      <a:majorFont>
        <a:latin typeface="Sitka Banner"/>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8000"/>
            <a:satMod val="170000"/>
          </a:schemeClr>
        </a:solidFill>
        <a:gradFill rotWithShape="1">
          <a:gsLst>
            <a:gs pos="0">
              <a:schemeClr val="phClr">
                <a:tint val="93000"/>
                <a:satMod val="16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dlinesVTI" id="{66EB4A02-0C0F-47F1-9F48-4E6882B9F967}" vid="{F3552358-4452-4FDA-9568-4F5DA32F7A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9B314F39EBC9242801770B78D4F045A" ma:contentTypeVersion="6" ma:contentTypeDescription="Create a new document." ma:contentTypeScope="" ma:versionID="45b13779f4f931016ccca12a14245073">
  <xsd:schema xmlns:xsd="http://www.w3.org/2001/XMLSchema" xmlns:xs="http://www.w3.org/2001/XMLSchema" xmlns:p="http://schemas.microsoft.com/office/2006/metadata/properties" xmlns:ns3="07466235-22bd-4fc8-b004-8eb7c938d2f7" targetNamespace="http://schemas.microsoft.com/office/2006/metadata/properties" ma:root="true" ma:fieldsID="f312fdb266056a803224f74d781e3df1" ns3:_="">
    <xsd:import namespace="07466235-22bd-4fc8-b004-8eb7c938d2f7"/>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element ref="ns3:MediaServiceObjectDetectorVersions"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7466235-22bd-4fc8-b004-8eb7c938d2f7"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_activity" ma:index="13" nillable="true" ma:displayName="_activity" ma:hidden="true" ma:internalName="_activity">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activity xmlns="07466235-22bd-4fc8-b004-8eb7c938d2f7" xsi:nil="true"/>
  </documentManagement>
</p:properties>
</file>

<file path=customXml/itemProps1.xml><?xml version="1.0" encoding="utf-8"?>
<ds:datastoreItem xmlns:ds="http://schemas.openxmlformats.org/officeDocument/2006/customXml" ds:itemID="{095E2C20-868E-496E-BF2C-215FEB90C11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7466235-22bd-4fc8-b004-8eb7c938d2f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F480E82-0FE6-463C-869B-C0B409AFCC7A}">
  <ds:schemaRefs>
    <ds:schemaRef ds:uri="http://schemas.microsoft.com/sharepoint/v3/contenttype/forms"/>
  </ds:schemaRefs>
</ds:datastoreItem>
</file>

<file path=customXml/itemProps3.xml><?xml version="1.0" encoding="utf-8"?>
<ds:datastoreItem xmlns:ds="http://schemas.openxmlformats.org/officeDocument/2006/customXml" ds:itemID="{D542F790-C423-4587-B143-93DC4E353917}">
  <ds:schemaRefs>
    <ds:schemaRef ds:uri="http://schemas.microsoft.com/office/infopath/2007/PartnerControls"/>
    <ds:schemaRef ds:uri="http://schemas.microsoft.com/office/2006/metadata/properties"/>
    <ds:schemaRef ds:uri="http://purl.org/dc/dcmitype/"/>
    <ds:schemaRef ds:uri="http://schemas.microsoft.com/office/2006/documentManagement/types"/>
    <ds:schemaRef ds:uri="http://purl.org/dc/elements/1.1/"/>
    <ds:schemaRef ds:uri="07466235-22bd-4fc8-b004-8eb7c938d2f7"/>
    <ds:schemaRef ds:uri="http://schemas.openxmlformats.org/package/2006/metadata/core-properties"/>
    <ds:schemaRef ds:uri="http://www.w3.org/XML/1998/namespace"/>
    <ds:schemaRef ds:uri="http://purl.org/dc/terms/"/>
  </ds:schemaRefs>
</ds:datastoreItem>
</file>

<file path=docProps/app.xml><?xml version="1.0" encoding="utf-8"?>
<Properties xmlns="http://schemas.openxmlformats.org/officeDocument/2006/extended-properties" xmlns:vt="http://schemas.openxmlformats.org/officeDocument/2006/docPropsVTypes">
  <TotalTime>50</TotalTime>
  <Words>170</Words>
  <Application>Microsoft Office PowerPoint</Application>
  <PresentationFormat>Widescreen</PresentationFormat>
  <Paragraphs>12</Paragraphs>
  <Slides>5</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vt:i4>
      </vt:variant>
    </vt:vector>
  </HeadingPairs>
  <TitlesOfParts>
    <vt:vector size="11" baseType="lpstr">
      <vt:lpstr>ADLaM Display</vt:lpstr>
      <vt:lpstr>Aptos</vt:lpstr>
      <vt:lpstr>Arial</vt:lpstr>
      <vt:lpstr>Avenir Next LT Pro</vt:lpstr>
      <vt:lpstr>Sitka Banner</vt:lpstr>
      <vt:lpstr>HeadlinesVTI</vt:lpstr>
      <vt:lpstr>Botbrain assignment</vt:lpstr>
      <vt:lpstr>Introduction:  Getting around a big campus can be tricky, especially for new students.  BotBrain is a smart campus navigator designed to make finding places at Chanakya University easy and fast.   It uses simple search methods to find the shortest paths between buildings and answers questions through an easy chat interface.     This tool helps students save time and feel confident moving around campus. </vt:lpstr>
      <vt:lpstr>Objectives   Help students find shortest paths between campus buildings.  Provide detailed campus info: locations, FAQs.  Create a scalable backend for real-time route planning. </vt:lpstr>
      <vt:lpstr>                UI for mobile or website </vt:lpstr>
      <vt:lpstr>Conclusion   BotBrain enhances campus navigation efficiency and student comfort.  Future plans: Integrate Google Maps API and mobile app support.  Expand chatbot abilities for more queries and services.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hanmanth Rao</dc:creator>
  <cp:lastModifiedBy>hanmanth Rao</cp:lastModifiedBy>
  <cp:revision>2</cp:revision>
  <dcterms:created xsi:type="dcterms:W3CDTF">2025-09-22T17:46:37Z</dcterms:created>
  <dcterms:modified xsi:type="dcterms:W3CDTF">2025-09-22T18:39:29Z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0x01010069B314F39EBC9242801770B78D4F045A</vt:lpwstr>
  </property>
</Properties>
</file>